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70" r:id="rId14"/>
    <p:sldId id="269" r:id="rId15"/>
    <p:sldId id="27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F35B9-031C-43AA-ADDB-64C3B7A86EAA}" v="26" dt="2026-06-09T20:33:36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Chamakh Elyes" userId="b17ab642-3a55-492b-9c3e-b55ece3cf464" providerId="ADAL" clId="{F6DB40FB-A82A-4E21-9FDB-7D1D5790BE02}"/>
    <pc:docChg chg="undo custSel addSld delSld modSld">
      <pc:chgData name="Ben Chamakh Elyes" userId="b17ab642-3a55-492b-9c3e-b55ece3cf464" providerId="ADAL" clId="{F6DB40FB-A82A-4E21-9FDB-7D1D5790BE02}" dt="2026-06-09T20:33:36.910" v="878" actId="255"/>
      <pc:docMkLst>
        <pc:docMk/>
      </pc:docMkLst>
      <pc:sldChg chg="addSp modSp mod setBg setClrOvrMap">
        <pc:chgData name="Ben Chamakh Elyes" userId="b17ab642-3a55-492b-9c3e-b55ece3cf464" providerId="ADAL" clId="{F6DB40FB-A82A-4E21-9FDB-7D1D5790BE02}" dt="2026-06-09T18:11:54.315" v="864" actId="26606"/>
        <pc:sldMkLst>
          <pc:docMk/>
          <pc:sldMk cId="1587871549" sldId="256"/>
        </pc:sldMkLst>
        <pc:spChg chg="mod">
          <ac:chgData name="Ben Chamakh Elyes" userId="b17ab642-3a55-492b-9c3e-b55ece3cf464" providerId="ADAL" clId="{F6DB40FB-A82A-4E21-9FDB-7D1D5790BE02}" dt="2026-06-09T18:11:54.315" v="864" actId="26606"/>
          <ac:spMkLst>
            <pc:docMk/>
            <pc:sldMk cId="1587871549" sldId="256"/>
            <ac:spMk id="2" creationId="{B0797057-174D-1111-587D-7D2BFB0918C7}"/>
          </ac:spMkLst>
        </pc:spChg>
        <pc:spChg chg="mod">
          <ac:chgData name="Ben Chamakh Elyes" userId="b17ab642-3a55-492b-9c3e-b55ece3cf464" providerId="ADAL" clId="{F6DB40FB-A82A-4E21-9FDB-7D1D5790BE02}" dt="2026-06-09T18:11:54.315" v="864" actId="26606"/>
          <ac:spMkLst>
            <pc:docMk/>
            <pc:sldMk cId="1587871549" sldId="256"/>
            <ac:spMk id="3" creationId="{A9EC4E98-A94F-8D2F-61BE-1ED6AFE4C71D}"/>
          </ac:spMkLst>
        </pc:spChg>
        <pc:spChg chg="add">
          <ac:chgData name="Ben Chamakh Elyes" userId="b17ab642-3a55-492b-9c3e-b55ece3cf464" providerId="ADAL" clId="{F6DB40FB-A82A-4E21-9FDB-7D1D5790BE02}" dt="2026-06-09T18:11:54.315" v="864" actId="26606"/>
          <ac:spMkLst>
            <pc:docMk/>
            <pc:sldMk cId="1587871549" sldId="256"/>
            <ac:spMk id="9" creationId="{71B2258F-86CA-4D4D-8270-BC05FCDEBFB3}"/>
          </ac:spMkLst>
        </pc:spChg>
        <pc:picChg chg="add">
          <ac:chgData name="Ben Chamakh Elyes" userId="b17ab642-3a55-492b-9c3e-b55ece3cf464" providerId="ADAL" clId="{F6DB40FB-A82A-4E21-9FDB-7D1D5790BE02}" dt="2026-06-09T18:11:54.315" v="864" actId="26606"/>
          <ac:picMkLst>
            <pc:docMk/>
            <pc:sldMk cId="1587871549" sldId="256"/>
            <ac:picMk id="5" creationId="{A0F41999-51BA-6644-AC31-958AB5E3AF4E}"/>
          </ac:picMkLst>
        </pc:picChg>
      </pc:sldChg>
      <pc:sldChg chg="addSp delSp modSp new mod setBg">
        <pc:chgData name="Ben Chamakh Elyes" userId="b17ab642-3a55-492b-9c3e-b55ece3cf464" providerId="ADAL" clId="{F6DB40FB-A82A-4E21-9FDB-7D1D5790BE02}" dt="2026-06-09T20:31:37.103" v="869" actId="20577"/>
        <pc:sldMkLst>
          <pc:docMk/>
          <pc:sldMk cId="2364072758" sldId="257"/>
        </pc:sldMkLst>
        <pc:spChg chg="mo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2" creationId="{5704C68E-D278-65F5-EFCF-C21F4290C403}"/>
          </ac:spMkLst>
        </pc:spChg>
        <pc:spChg chg="del mo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3" creationId="{9F6FE007-E882-590F-025A-AB34FC286BD3}"/>
          </ac:spMkLst>
        </pc:spChg>
        <pc:spChg chg="ad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9" creationId="{BACC6370-2D7E-4714-9D71-7542949D7D5D}"/>
          </ac:spMkLst>
        </pc:spChg>
        <pc:spChg chg="ad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11" creationId="{F68B3F68-107C-434F-AA38-110D5EA91B85}"/>
          </ac:spMkLst>
        </pc:spChg>
        <pc:spChg chg="ad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13" creationId="{AAD0DBB9-1A4B-4391-81D4-CB19F9AB918A}"/>
          </ac:spMkLst>
        </pc:spChg>
        <pc:spChg chg="add">
          <ac:chgData name="Ben Chamakh Elyes" userId="b17ab642-3a55-492b-9c3e-b55ece3cf464" providerId="ADAL" clId="{F6DB40FB-A82A-4E21-9FDB-7D1D5790BE02}" dt="2026-06-09T17:10:02.096" v="213" actId="26606"/>
          <ac:spMkLst>
            <pc:docMk/>
            <pc:sldMk cId="2364072758" sldId="257"/>
            <ac:spMk id="15" creationId="{063BBA22-50EA-4C4D-BE05-F1CE4E63AA56}"/>
          </ac:spMkLst>
        </pc:spChg>
        <pc:graphicFrameChg chg="add modGraphic">
          <ac:chgData name="Ben Chamakh Elyes" userId="b17ab642-3a55-492b-9c3e-b55ece3cf464" providerId="ADAL" clId="{F6DB40FB-A82A-4E21-9FDB-7D1D5790BE02}" dt="2026-06-09T20:31:37.103" v="869" actId="20577"/>
          <ac:graphicFrameMkLst>
            <pc:docMk/>
            <pc:sldMk cId="2364072758" sldId="257"/>
            <ac:graphicFrameMk id="5" creationId="{A64E10C9-F32D-3960-4B09-B1943372420D}"/>
          </ac:graphicFrameMkLst>
        </pc:graphicFrameChg>
      </pc:sldChg>
      <pc:sldChg chg="modSp new mod">
        <pc:chgData name="Ben Chamakh Elyes" userId="b17ab642-3a55-492b-9c3e-b55ece3cf464" providerId="ADAL" clId="{F6DB40FB-A82A-4E21-9FDB-7D1D5790BE02}" dt="2026-06-09T20:33:36.910" v="878" actId="255"/>
        <pc:sldMkLst>
          <pc:docMk/>
          <pc:sldMk cId="4048367934" sldId="258"/>
        </pc:sldMkLst>
        <pc:spChg chg="mod">
          <ac:chgData name="Ben Chamakh Elyes" userId="b17ab642-3a55-492b-9c3e-b55ece3cf464" providerId="ADAL" clId="{F6DB40FB-A82A-4E21-9FDB-7D1D5790BE02}" dt="2026-06-09T17:10:50.464" v="238" actId="20577"/>
          <ac:spMkLst>
            <pc:docMk/>
            <pc:sldMk cId="4048367934" sldId="258"/>
            <ac:spMk id="2" creationId="{77FBFB92-28FC-4689-88B9-B99411BB8438}"/>
          </ac:spMkLst>
        </pc:spChg>
        <pc:spChg chg="mod">
          <ac:chgData name="Ben Chamakh Elyes" userId="b17ab642-3a55-492b-9c3e-b55ece3cf464" providerId="ADAL" clId="{F6DB40FB-A82A-4E21-9FDB-7D1D5790BE02}" dt="2026-06-09T20:33:36.910" v="878" actId="255"/>
          <ac:spMkLst>
            <pc:docMk/>
            <pc:sldMk cId="4048367934" sldId="258"/>
            <ac:spMk id="3" creationId="{EFEBEC69-F0B0-C20D-18FD-FB0F65BB7C79}"/>
          </ac:spMkLst>
        </pc:spChg>
      </pc:sldChg>
      <pc:sldChg chg="addSp delSp modSp new mod setBg">
        <pc:chgData name="Ben Chamakh Elyes" userId="b17ab642-3a55-492b-9c3e-b55ece3cf464" providerId="ADAL" clId="{F6DB40FB-A82A-4E21-9FDB-7D1D5790BE02}" dt="2026-06-09T17:57:56.353" v="684" actId="732"/>
        <pc:sldMkLst>
          <pc:docMk/>
          <pc:sldMk cId="753633604" sldId="259"/>
        </pc:sldMkLst>
        <pc:spChg chg="mod">
          <ac:chgData name="Ben Chamakh Elyes" userId="b17ab642-3a55-492b-9c3e-b55ece3cf464" providerId="ADAL" clId="{F6DB40FB-A82A-4E21-9FDB-7D1D5790BE02}" dt="2026-06-09T17:57:45.602" v="683" actId="26606"/>
          <ac:spMkLst>
            <pc:docMk/>
            <pc:sldMk cId="753633604" sldId="259"/>
            <ac:spMk id="2" creationId="{3824FF30-D3AE-AF1D-ABE3-7317EF50C43A}"/>
          </ac:spMkLst>
        </pc:spChg>
        <pc:spChg chg="del">
          <ac:chgData name="Ben Chamakh Elyes" userId="b17ab642-3a55-492b-9c3e-b55ece3cf464" providerId="ADAL" clId="{F6DB40FB-A82A-4E21-9FDB-7D1D5790BE02}" dt="2026-06-09T17:57:11.348" v="660" actId="22"/>
          <ac:spMkLst>
            <pc:docMk/>
            <pc:sldMk cId="753633604" sldId="259"/>
            <ac:spMk id="3" creationId="{C9431A3F-D7F6-CC8C-9795-93880E776A07}"/>
          </ac:spMkLst>
        </pc:spChg>
        <pc:spChg chg="add del mod">
          <ac:chgData name="Ben Chamakh Elyes" userId="b17ab642-3a55-492b-9c3e-b55ece3cf464" providerId="ADAL" clId="{F6DB40FB-A82A-4E21-9FDB-7D1D5790BE02}" dt="2026-06-09T17:57:42.132" v="682"/>
          <ac:spMkLst>
            <pc:docMk/>
            <pc:sldMk cId="753633604" sldId="259"/>
            <ac:spMk id="7" creationId="{052BDDF6-8311-1677-6308-780052A32E79}"/>
          </ac:spMkLst>
        </pc:spChg>
        <pc:spChg chg="add">
          <ac:chgData name="Ben Chamakh Elyes" userId="b17ab642-3a55-492b-9c3e-b55ece3cf464" providerId="ADAL" clId="{F6DB40FB-A82A-4E21-9FDB-7D1D5790BE02}" dt="2026-06-09T17:57:45.602" v="683" actId="26606"/>
          <ac:spMkLst>
            <pc:docMk/>
            <pc:sldMk cId="753633604" sldId="259"/>
            <ac:spMk id="13" creationId="{A4AC5506-6312-4701-8D3C-40187889A947}"/>
          </ac:spMkLst>
        </pc:spChg>
        <pc:picChg chg="add del mod ord">
          <ac:chgData name="Ben Chamakh Elyes" userId="b17ab642-3a55-492b-9c3e-b55ece3cf464" providerId="ADAL" clId="{F6DB40FB-A82A-4E21-9FDB-7D1D5790BE02}" dt="2026-06-09T17:57:40.735" v="681" actId="21"/>
          <ac:picMkLst>
            <pc:docMk/>
            <pc:sldMk cId="753633604" sldId="259"/>
            <ac:picMk id="5" creationId="{289F67A3-6ADE-D8B1-BE89-5791EC095B98}"/>
          </ac:picMkLst>
        </pc:picChg>
        <pc:picChg chg="add mod modCrop">
          <ac:chgData name="Ben Chamakh Elyes" userId="b17ab642-3a55-492b-9c3e-b55ece3cf464" providerId="ADAL" clId="{F6DB40FB-A82A-4E21-9FDB-7D1D5790BE02}" dt="2026-06-09T17:57:56.353" v="684" actId="732"/>
          <ac:picMkLst>
            <pc:docMk/>
            <pc:sldMk cId="753633604" sldId="259"/>
            <ac:picMk id="8" creationId="{289F67A3-6ADE-D8B1-BE89-5791EC095B98}"/>
          </ac:picMkLst>
        </pc:picChg>
      </pc:sldChg>
      <pc:sldChg chg="addSp delSp modSp new mod setBg">
        <pc:chgData name="Ben Chamakh Elyes" userId="b17ab642-3a55-492b-9c3e-b55ece3cf464" providerId="ADAL" clId="{F6DB40FB-A82A-4E21-9FDB-7D1D5790BE02}" dt="2026-06-09T17:19:02.606" v="287" actId="26606"/>
        <pc:sldMkLst>
          <pc:docMk/>
          <pc:sldMk cId="3711603416" sldId="260"/>
        </pc:sldMkLst>
        <pc:spChg chg="mo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2" creationId="{C67629FC-9397-F866-9C68-A6E2838C74B6}"/>
          </ac:spMkLst>
        </pc:spChg>
        <pc:spChg chg="del mo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3" creationId="{881EB823-A802-F7C3-3FEC-0315358E07F1}"/>
          </ac:spMkLst>
        </pc:spChg>
        <pc:spChg chg="ad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9" creationId="{BACC6370-2D7E-4714-9D71-7542949D7D5D}"/>
          </ac:spMkLst>
        </pc:spChg>
        <pc:spChg chg="ad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11" creationId="{F68B3F68-107C-434F-AA38-110D5EA91B85}"/>
          </ac:spMkLst>
        </pc:spChg>
        <pc:spChg chg="ad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13" creationId="{AAD0DBB9-1A4B-4391-81D4-CB19F9AB918A}"/>
          </ac:spMkLst>
        </pc:spChg>
        <pc:spChg chg="add">
          <ac:chgData name="Ben Chamakh Elyes" userId="b17ab642-3a55-492b-9c3e-b55ece3cf464" providerId="ADAL" clId="{F6DB40FB-A82A-4E21-9FDB-7D1D5790BE02}" dt="2026-06-09T17:19:02.606" v="287" actId="26606"/>
          <ac:spMkLst>
            <pc:docMk/>
            <pc:sldMk cId="3711603416" sldId="260"/>
            <ac:spMk id="15" creationId="{063BBA22-50EA-4C4D-BE05-F1CE4E63AA56}"/>
          </ac:spMkLst>
        </pc:spChg>
        <pc:graphicFrameChg chg="add">
          <ac:chgData name="Ben Chamakh Elyes" userId="b17ab642-3a55-492b-9c3e-b55ece3cf464" providerId="ADAL" clId="{F6DB40FB-A82A-4E21-9FDB-7D1D5790BE02}" dt="2026-06-09T17:19:02.606" v="287" actId="26606"/>
          <ac:graphicFrameMkLst>
            <pc:docMk/>
            <pc:sldMk cId="3711603416" sldId="260"/>
            <ac:graphicFrameMk id="5" creationId="{9C466938-ED2E-423C-52B8-DB3E2ACB3306}"/>
          </ac:graphicFrameMkLst>
        </pc:graphicFrameChg>
      </pc:sldChg>
      <pc:sldChg chg="addSp delSp modSp new mod setBg">
        <pc:chgData name="Ben Chamakh Elyes" userId="b17ab642-3a55-492b-9c3e-b55ece3cf464" providerId="ADAL" clId="{F6DB40FB-A82A-4E21-9FDB-7D1D5790BE02}" dt="2026-06-09T20:31:52.748" v="871" actId="20577"/>
        <pc:sldMkLst>
          <pc:docMk/>
          <pc:sldMk cId="1051427486" sldId="261"/>
        </pc:sldMkLst>
        <pc:spChg chg="mo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2" creationId="{3D011904-7A84-AEE2-E225-841A3BA36537}"/>
          </ac:spMkLst>
        </pc:spChg>
        <pc:spChg chg="del mo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3" creationId="{8EACF545-64EC-8299-E534-4BA29292E573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9" creationId="{BACC6370-2D7E-4714-9D71-7542949D7D5D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11" creationId="{256B2C21-A230-48C0-8DF1-C46611373C44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13" creationId="{3847E18C-932D-4C95-AABA-FEC7C9499AD7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15" creationId="{3150CB11-0C61-439E-910F-5787759E72A0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17" creationId="{43F8A58B-5155-44CE-A5FF-7647B47D0A7A}"/>
          </ac:spMkLst>
        </pc:spChg>
        <pc:spChg chg="add">
          <ac:chgData name="Ben Chamakh Elyes" userId="b17ab642-3a55-492b-9c3e-b55ece3cf464" providerId="ADAL" clId="{F6DB40FB-A82A-4E21-9FDB-7D1D5790BE02}" dt="2026-06-09T17:36:13.279" v="523" actId="26606"/>
          <ac:spMkLst>
            <pc:docMk/>
            <pc:sldMk cId="1051427486" sldId="261"/>
            <ac:spMk id="19" creationId="{443F2ACA-E6D6-4028-82DD-F03C262D5DE6}"/>
          </ac:spMkLst>
        </pc:spChg>
        <pc:graphicFrameChg chg="add modGraphic">
          <ac:chgData name="Ben Chamakh Elyes" userId="b17ab642-3a55-492b-9c3e-b55ece3cf464" providerId="ADAL" clId="{F6DB40FB-A82A-4E21-9FDB-7D1D5790BE02}" dt="2026-06-09T20:31:52.748" v="871" actId="20577"/>
          <ac:graphicFrameMkLst>
            <pc:docMk/>
            <pc:sldMk cId="1051427486" sldId="261"/>
            <ac:graphicFrameMk id="6" creationId="{C58167E9-A7D0-0802-1C02-DE567D98409F}"/>
          </ac:graphicFrameMkLst>
        </pc:graphicFrameChg>
        <pc:cxnChg chg="add del">
          <ac:chgData name="Ben Chamakh Elyes" userId="b17ab642-3a55-492b-9c3e-b55ece3cf464" providerId="ADAL" clId="{F6DB40FB-A82A-4E21-9FDB-7D1D5790BE02}" dt="2026-06-09T17:33:23.620" v="338" actId="478"/>
          <ac:cxnSpMkLst>
            <pc:docMk/>
            <pc:sldMk cId="1051427486" sldId="261"/>
            <ac:cxnSpMk id="5" creationId="{304A1BCB-0F62-7AF4-C431-9461A9105553}"/>
          </ac:cxnSpMkLst>
        </pc:cxnChg>
      </pc:sldChg>
      <pc:sldChg chg="addSp delSp modSp new mod setBg">
        <pc:chgData name="Ben Chamakh Elyes" userId="b17ab642-3a55-492b-9c3e-b55ece3cf464" providerId="ADAL" clId="{F6DB40FB-A82A-4E21-9FDB-7D1D5790BE02}" dt="2026-06-09T17:39:31.436" v="582" actId="26606"/>
        <pc:sldMkLst>
          <pc:docMk/>
          <pc:sldMk cId="837202069" sldId="262"/>
        </pc:sldMkLst>
        <pc:spChg chg="mod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2" creationId="{4728F41B-C90B-0ED4-B0F4-095E27C689D9}"/>
          </ac:spMkLst>
        </pc:spChg>
        <pc:spChg chg="add del mod">
          <ac:chgData name="Ben Chamakh Elyes" userId="b17ab642-3a55-492b-9c3e-b55ece3cf464" providerId="ADAL" clId="{F6DB40FB-A82A-4E21-9FDB-7D1D5790BE02}" dt="2026-06-09T17:39:17.206" v="581" actId="26606"/>
          <ac:spMkLst>
            <pc:docMk/>
            <pc:sldMk cId="837202069" sldId="262"/>
            <ac:spMk id="3" creationId="{CEE22134-2261-0AD3-F051-C9F48F1CB5B6}"/>
          </ac:spMkLst>
        </pc:spChg>
        <pc:spChg chg="add del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9" creationId="{D9A7F3BF-8763-4074-AD77-92790AF314D1}"/>
          </ac:spMkLst>
        </pc:spChg>
        <pc:spChg chg="add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21" creationId="{BACC6370-2D7E-4714-9D71-7542949D7D5D}"/>
          </ac:spMkLst>
        </pc:spChg>
        <pc:spChg chg="add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23" creationId="{F68B3F68-107C-434F-AA38-110D5EA91B85}"/>
          </ac:spMkLst>
        </pc:spChg>
        <pc:spChg chg="add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25" creationId="{AAD0DBB9-1A4B-4391-81D4-CB19F9AB918A}"/>
          </ac:spMkLst>
        </pc:spChg>
        <pc:spChg chg="add">
          <ac:chgData name="Ben Chamakh Elyes" userId="b17ab642-3a55-492b-9c3e-b55ece3cf464" providerId="ADAL" clId="{F6DB40FB-A82A-4E21-9FDB-7D1D5790BE02}" dt="2026-06-09T17:39:31.436" v="582" actId="26606"/>
          <ac:spMkLst>
            <pc:docMk/>
            <pc:sldMk cId="837202069" sldId="262"/>
            <ac:spMk id="27" creationId="{063BBA22-50EA-4C4D-BE05-F1CE4E63AA56}"/>
          </ac:spMkLst>
        </pc:spChg>
        <pc:grpChg chg="add del">
          <ac:chgData name="Ben Chamakh Elyes" userId="b17ab642-3a55-492b-9c3e-b55ece3cf464" providerId="ADAL" clId="{F6DB40FB-A82A-4E21-9FDB-7D1D5790BE02}" dt="2026-06-09T17:39:31.436" v="582" actId="26606"/>
          <ac:grpSpMkLst>
            <pc:docMk/>
            <pc:sldMk cId="837202069" sldId="262"/>
            <ac:grpSpMk id="11" creationId="{7A9648D6-B41B-42D0-A817-AE2607B0B5B8}"/>
          </ac:grpSpMkLst>
        </pc:grpChg>
        <pc:graphicFrameChg chg="add del">
          <ac:chgData name="Ben Chamakh Elyes" userId="b17ab642-3a55-492b-9c3e-b55ece3cf464" providerId="ADAL" clId="{F6DB40FB-A82A-4E21-9FDB-7D1D5790BE02}" dt="2026-06-09T17:37:44.641" v="527" actId="26606"/>
          <ac:graphicFrameMkLst>
            <pc:docMk/>
            <pc:sldMk cId="837202069" sldId="262"/>
            <ac:graphicFrameMk id="5" creationId="{C41E2731-B0C9-8741-65B4-068871E84E2F}"/>
          </ac:graphicFrameMkLst>
        </pc:graphicFrameChg>
        <pc:graphicFrameChg chg="add mod modGraphic">
          <ac:chgData name="Ben Chamakh Elyes" userId="b17ab642-3a55-492b-9c3e-b55ece3cf464" providerId="ADAL" clId="{F6DB40FB-A82A-4E21-9FDB-7D1D5790BE02}" dt="2026-06-09T17:39:31.436" v="582" actId="26606"/>
          <ac:graphicFrameMkLst>
            <pc:docMk/>
            <pc:sldMk cId="837202069" sldId="262"/>
            <ac:graphicFrameMk id="6" creationId="{85B42DC6-B1CC-D974-5A9F-0EF05F0056FE}"/>
          </ac:graphicFrameMkLst>
        </pc:graphicFrameChg>
        <pc:cxnChg chg="add del">
          <ac:chgData name="Ben Chamakh Elyes" userId="b17ab642-3a55-492b-9c3e-b55ece3cf464" providerId="ADAL" clId="{F6DB40FB-A82A-4E21-9FDB-7D1D5790BE02}" dt="2026-06-09T17:39:31.436" v="582" actId="26606"/>
          <ac:cxnSpMkLst>
            <pc:docMk/>
            <pc:sldMk cId="837202069" sldId="262"/>
            <ac:cxnSpMk id="16" creationId="{C49DA8F6-BCC1-4447-B54C-57856834B94B}"/>
          </ac:cxnSpMkLst>
        </pc:cxnChg>
      </pc:sldChg>
      <pc:sldChg chg="addSp delSp modSp new mod setBg">
        <pc:chgData name="Ben Chamakh Elyes" userId="b17ab642-3a55-492b-9c3e-b55ece3cf464" providerId="ADAL" clId="{F6DB40FB-A82A-4E21-9FDB-7D1D5790BE02}" dt="2026-06-09T17:41:58.471" v="626" actId="26606"/>
        <pc:sldMkLst>
          <pc:docMk/>
          <pc:sldMk cId="3560527445" sldId="263"/>
        </pc:sldMkLst>
        <pc:spChg chg="mod">
          <ac:chgData name="Ben Chamakh Elyes" userId="b17ab642-3a55-492b-9c3e-b55ece3cf464" providerId="ADAL" clId="{F6DB40FB-A82A-4E21-9FDB-7D1D5790BE02}" dt="2026-06-09T17:41:27.038" v="624" actId="26606"/>
          <ac:spMkLst>
            <pc:docMk/>
            <pc:sldMk cId="3560527445" sldId="263"/>
            <ac:spMk id="2" creationId="{8EDB2659-DDBE-18C3-43C3-2D324B56DAC4}"/>
          </ac:spMkLst>
        </pc:spChg>
        <pc:spChg chg="add del mod">
          <ac:chgData name="Ben Chamakh Elyes" userId="b17ab642-3a55-492b-9c3e-b55ece3cf464" providerId="ADAL" clId="{F6DB40FB-A82A-4E21-9FDB-7D1D5790BE02}" dt="2026-06-09T17:41:27.038" v="624" actId="26606"/>
          <ac:spMkLst>
            <pc:docMk/>
            <pc:sldMk cId="3560527445" sldId="263"/>
            <ac:spMk id="3" creationId="{A4420E3C-0BAC-DFA5-3AD5-980163B0D940}"/>
          </ac:spMkLst>
        </pc:spChg>
        <pc:spChg chg="add del">
          <ac:chgData name="Ben Chamakh Elyes" userId="b17ab642-3a55-492b-9c3e-b55ece3cf464" providerId="ADAL" clId="{F6DB40FB-A82A-4E21-9FDB-7D1D5790BE02}" dt="2026-06-09T17:41:26.989" v="623" actId="26606"/>
          <ac:spMkLst>
            <pc:docMk/>
            <pc:sldMk cId="3560527445" sldId="263"/>
            <ac:spMk id="9" creationId="{BACC6370-2D7E-4714-9D71-7542949D7D5D}"/>
          </ac:spMkLst>
        </pc:spChg>
        <pc:spChg chg="add del">
          <ac:chgData name="Ben Chamakh Elyes" userId="b17ab642-3a55-492b-9c3e-b55ece3cf464" providerId="ADAL" clId="{F6DB40FB-A82A-4E21-9FDB-7D1D5790BE02}" dt="2026-06-09T17:41:26.989" v="623" actId="26606"/>
          <ac:spMkLst>
            <pc:docMk/>
            <pc:sldMk cId="3560527445" sldId="263"/>
            <ac:spMk id="11" creationId="{F68B3F68-107C-434F-AA38-110D5EA91B85}"/>
          </ac:spMkLst>
        </pc:spChg>
        <pc:spChg chg="add del">
          <ac:chgData name="Ben Chamakh Elyes" userId="b17ab642-3a55-492b-9c3e-b55ece3cf464" providerId="ADAL" clId="{F6DB40FB-A82A-4E21-9FDB-7D1D5790BE02}" dt="2026-06-09T17:41:26.989" v="623" actId="26606"/>
          <ac:spMkLst>
            <pc:docMk/>
            <pc:sldMk cId="3560527445" sldId="263"/>
            <ac:spMk id="13" creationId="{AAD0DBB9-1A4B-4391-81D4-CB19F9AB918A}"/>
          </ac:spMkLst>
        </pc:spChg>
        <pc:spChg chg="add del">
          <ac:chgData name="Ben Chamakh Elyes" userId="b17ab642-3a55-492b-9c3e-b55ece3cf464" providerId="ADAL" clId="{F6DB40FB-A82A-4E21-9FDB-7D1D5790BE02}" dt="2026-06-09T17:41:26.989" v="623" actId="26606"/>
          <ac:spMkLst>
            <pc:docMk/>
            <pc:sldMk cId="3560527445" sldId="263"/>
            <ac:spMk id="15" creationId="{063BBA22-50EA-4C4D-BE05-F1CE4E63AA56}"/>
          </ac:spMkLst>
        </pc:spChg>
        <pc:spChg chg="add del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17" creationId="{BACC6370-2D7E-4714-9D71-7542949D7D5D}"/>
          </ac:spMkLst>
        </pc:spChg>
        <pc:spChg chg="add del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18" creationId="{F68B3F68-107C-434F-AA38-110D5EA91B85}"/>
          </ac:spMkLst>
        </pc:spChg>
        <pc:spChg chg="add del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19" creationId="{AAD0DBB9-1A4B-4391-81D4-CB19F9AB918A}"/>
          </ac:spMkLst>
        </pc:spChg>
        <pc:spChg chg="add del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20" creationId="{063BBA22-50EA-4C4D-BE05-F1CE4E63AA56}"/>
          </ac:spMkLst>
        </pc:spChg>
        <pc:spChg chg="add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26" creationId="{BACC6370-2D7E-4714-9D71-7542949D7D5D}"/>
          </ac:spMkLst>
        </pc:spChg>
        <pc:spChg chg="add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28" creationId="{F68B3F68-107C-434F-AA38-110D5EA91B85}"/>
          </ac:spMkLst>
        </pc:spChg>
        <pc:spChg chg="add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30" creationId="{AAD0DBB9-1A4B-4391-81D4-CB19F9AB918A}"/>
          </ac:spMkLst>
        </pc:spChg>
        <pc:spChg chg="add">
          <ac:chgData name="Ben Chamakh Elyes" userId="b17ab642-3a55-492b-9c3e-b55ece3cf464" providerId="ADAL" clId="{F6DB40FB-A82A-4E21-9FDB-7D1D5790BE02}" dt="2026-06-09T17:41:58.471" v="626" actId="26606"/>
          <ac:spMkLst>
            <pc:docMk/>
            <pc:sldMk cId="3560527445" sldId="263"/>
            <ac:spMk id="32" creationId="{063BBA22-50EA-4C4D-BE05-F1CE4E63AA56}"/>
          </ac:spMkLst>
        </pc:spChg>
        <pc:graphicFrameChg chg="add del">
          <ac:chgData name="Ben Chamakh Elyes" userId="b17ab642-3a55-492b-9c3e-b55ece3cf464" providerId="ADAL" clId="{F6DB40FB-A82A-4E21-9FDB-7D1D5790BE02}" dt="2026-06-09T17:41:26.989" v="623" actId="26606"/>
          <ac:graphicFrameMkLst>
            <pc:docMk/>
            <pc:sldMk cId="3560527445" sldId="263"/>
            <ac:graphicFrameMk id="5" creationId="{0630C393-EC84-A066-59CE-FA3975EEB082}"/>
          </ac:graphicFrameMkLst>
        </pc:graphicFrameChg>
        <pc:graphicFrameChg chg="add mod modGraphic">
          <ac:chgData name="Ben Chamakh Elyes" userId="b17ab642-3a55-492b-9c3e-b55ece3cf464" providerId="ADAL" clId="{F6DB40FB-A82A-4E21-9FDB-7D1D5790BE02}" dt="2026-06-09T17:41:58.471" v="626" actId="26606"/>
          <ac:graphicFrameMkLst>
            <pc:docMk/>
            <pc:sldMk cId="3560527445" sldId="263"/>
            <ac:graphicFrameMk id="21" creationId="{196505C0-C73E-FA52-E7A5-C432CBD11350}"/>
          </ac:graphicFrameMkLst>
        </pc:graphicFrameChg>
      </pc:sldChg>
      <pc:sldChg chg="addSp modSp new mod setBg">
        <pc:chgData name="Ben Chamakh Elyes" userId="b17ab642-3a55-492b-9c3e-b55ece3cf464" providerId="ADAL" clId="{F6DB40FB-A82A-4E21-9FDB-7D1D5790BE02}" dt="2026-06-09T18:05:21.918" v="756" actId="12"/>
        <pc:sldMkLst>
          <pc:docMk/>
          <pc:sldMk cId="2702470179" sldId="264"/>
        </pc:sldMkLst>
        <pc:spChg chg="mo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2" creationId="{84AD313B-BA2D-B535-1B2B-BD9D8AA91B56}"/>
          </ac:spMkLst>
        </pc:spChg>
        <pc:spChg chg="mod">
          <ac:chgData name="Ben Chamakh Elyes" userId="b17ab642-3a55-492b-9c3e-b55ece3cf464" providerId="ADAL" clId="{F6DB40FB-A82A-4E21-9FDB-7D1D5790BE02}" dt="2026-06-09T18:05:21.918" v="756" actId="12"/>
          <ac:spMkLst>
            <pc:docMk/>
            <pc:sldMk cId="2702470179" sldId="264"/>
            <ac:spMk id="3" creationId="{5663CF65-C533-EF49-F38F-3F576734DB13}"/>
          </ac:spMkLst>
        </pc:spChg>
        <pc:spChg chg="ad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8" creationId="{1B15ED52-F352-441B-82BF-E0EA34836D08}"/>
          </ac:spMkLst>
        </pc:spChg>
        <pc:spChg chg="ad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10" creationId="{3B2E3793-BFE6-45A2-9B7B-E18844431C99}"/>
          </ac:spMkLst>
        </pc:spChg>
        <pc:spChg chg="ad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12" creationId="{BC4C4868-CB8F-4AF9-9CDB-8108F2C19B67}"/>
          </ac:spMkLst>
        </pc:spChg>
        <pc:spChg chg="ad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14" creationId="{375E0459-6403-40CD-989D-56A4407CA12E}"/>
          </ac:spMkLst>
        </pc:spChg>
        <pc:spChg chg="add">
          <ac:chgData name="Ben Chamakh Elyes" userId="b17ab642-3a55-492b-9c3e-b55ece3cf464" providerId="ADAL" clId="{F6DB40FB-A82A-4E21-9FDB-7D1D5790BE02}" dt="2026-06-09T18:05:06.652" v="753" actId="26606"/>
          <ac:spMkLst>
            <pc:docMk/>
            <pc:sldMk cId="2702470179" sldId="264"/>
            <ac:spMk id="16" creationId="{53E5B1A8-3AC9-4BD1-9BBC-78CA94F2D1BA}"/>
          </ac:spMkLst>
        </pc:spChg>
      </pc:sldChg>
      <pc:sldChg chg="addSp delSp modSp new mod setBg">
        <pc:chgData name="Ben Chamakh Elyes" userId="b17ab642-3a55-492b-9c3e-b55ece3cf464" providerId="ADAL" clId="{F6DB40FB-A82A-4E21-9FDB-7D1D5790BE02}" dt="2026-06-09T17:59:41.419" v="707" actId="20577"/>
        <pc:sldMkLst>
          <pc:docMk/>
          <pc:sldMk cId="4011414325" sldId="265"/>
        </pc:sldMkLst>
        <pc:spChg chg="mod">
          <ac:chgData name="Ben Chamakh Elyes" userId="b17ab642-3a55-492b-9c3e-b55ece3cf464" providerId="ADAL" clId="{F6DB40FB-A82A-4E21-9FDB-7D1D5790BE02}" dt="2026-06-09T17:59:41.419" v="707" actId="20577"/>
          <ac:spMkLst>
            <pc:docMk/>
            <pc:sldMk cId="4011414325" sldId="265"/>
            <ac:spMk id="2" creationId="{3D9E2316-45A3-C04C-277E-9AE102CA7EE3}"/>
          </ac:spMkLst>
        </pc:spChg>
        <pc:spChg chg="del">
          <ac:chgData name="Ben Chamakh Elyes" userId="b17ab642-3a55-492b-9c3e-b55ece3cf464" providerId="ADAL" clId="{F6DB40FB-A82A-4E21-9FDB-7D1D5790BE02}" dt="2026-06-09T17:58:53.572" v="686" actId="22"/>
          <ac:spMkLst>
            <pc:docMk/>
            <pc:sldMk cId="4011414325" sldId="265"/>
            <ac:spMk id="3" creationId="{416EF154-7421-C4DD-4DF2-AF00F397D1C5}"/>
          </ac:spMkLst>
        </pc:spChg>
        <pc:spChg chg="add">
          <ac:chgData name="Ben Chamakh Elyes" userId="b17ab642-3a55-492b-9c3e-b55ece3cf464" providerId="ADAL" clId="{F6DB40FB-A82A-4E21-9FDB-7D1D5790BE02}" dt="2026-06-09T17:59:05.891" v="688" actId="26606"/>
          <ac:spMkLst>
            <pc:docMk/>
            <pc:sldMk cId="4011414325" sldId="265"/>
            <ac:spMk id="10" creationId="{A4AC5506-6312-4701-8D3C-40187889A947}"/>
          </ac:spMkLst>
        </pc:spChg>
        <pc:picChg chg="add mod ord modCrop">
          <ac:chgData name="Ben Chamakh Elyes" userId="b17ab642-3a55-492b-9c3e-b55ece3cf464" providerId="ADAL" clId="{F6DB40FB-A82A-4E21-9FDB-7D1D5790BE02}" dt="2026-06-09T17:59:05.891" v="688" actId="26606"/>
          <ac:picMkLst>
            <pc:docMk/>
            <pc:sldMk cId="4011414325" sldId="265"/>
            <ac:picMk id="5" creationId="{AABCC501-1750-1998-5E1A-40ED2D9B2AED}"/>
          </ac:picMkLst>
        </pc:picChg>
      </pc:sldChg>
      <pc:sldChg chg="addSp delSp modSp new mod setBg">
        <pc:chgData name="Ben Chamakh Elyes" userId="b17ab642-3a55-492b-9c3e-b55ece3cf464" providerId="ADAL" clId="{F6DB40FB-A82A-4E21-9FDB-7D1D5790BE02}" dt="2026-06-09T18:03:07.479" v="725" actId="20577"/>
        <pc:sldMkLst>
          <pc:docMk/>
          <pc:sldMk cId="3874112344" sldId="266"/>
        </pc:sldMkLst>
        <pc:spChg chg="mod">
          <ac:chgData name="Ben Chamakh Elyes" userId="b17ab642-3a55-492b-9c3e-b55ece3cf464" providerId="ADAL" clId="{F6DB40FB-A82A-4E21-9FDB-7D1D5790BE02}" dt="2026-06-09T18:03:07.479" v="725" actId="20577"/>
          <ac:spMkLst>
            <pc:docMk/>
            <pc:sldMk cId="3874112344" sldId="266"/>
            <ac:spMk id="2" creationId="{2E181DC8-A1CC-E2F1-3EEE-80AB92B8824F}"/>
          </ac:spMkLst>
        </pc:spChg>
        <pc:spChg chg="del">
          <ac:chgData name="Ben Chamakh Elyes" userId="b17ab642-3a55-492b-9c3e-b55ece3cf464" providerId="ADAL" clId="{F6DB40FB-A82A-4E21-9FDB-7D1D5790BE02}" dt="2026-06-09T18:02:51.401" v="709" actId="22"/>
          <ac:spMkLst>
            <pc:docMk/>
            <pc:sldMk cId="3874112344" sldId="266"/>
            <ac:spMk id="3" creationId="{26E596EC-2EB9-035A-C8CA-50E1258B2494}"/>
          </ac:spMkLst>
        </pc:spChg>
        <pc:spChg chg="add">
          <ac:chgData name="Ben Chamakh Elyes" userId="b17ab642-3a55-492b-9c3e-b55ece3cf464" providerId="ADAL" clId="{F6DB40FB-A82A-4E21-9FDB-7D1D5790BE02}" dt="2026-06-09T18:03:00.562" v="711" actId="26606"/>
          <ac:spMkLst>
            <pc:docMk/>
            <pc:sldMk cId="3874112344" sldId="266"/>
            <ac:spMk id="10" creationId="{A4AC5506-6312-4701-8D3C-40187889A947}"/>
          </ac:spMkLst>
        </pc:spChg>
        <pc:picChg chg="add mod ord modCrop">
          <ac:chgData name="Ben Chamakh Elyes" userId="b17ab642-3a55-492b-9c3e-b55ece3cf464" providerId="ADAL" clId="{F6DB40FB-A82A-4E21-9FDB-7D1D5790BE02}" dt="2026-06-09T18:03:00.562" v="711" actId="26606"/>
          <ac:picMkLst>
            <pc:docMk/>
            <pc:sldMk cId="3874112344" sldId="266"/>
            <ac:picMk id="5" creationId="{0B4448F8-1B55-5212-7144-63F8EA2E3D78}"/>
          </ac:picMkLst>
        </pc:picChg>
      </pc:sldChg>
      <pc:sldChg chg="addSp delSp modSp new mod setBg">
        <pc:chgData name="Ben Chamakh Elyes" userId="b17ab642-3a55-492b-9c3e-b55ece3cf464" providerId="ADAL" clId="{F6DB40FB-A82A-4E21-9FDB-7D1D5790BE02}" dt="2026-06-09T18:04:01.499" v="745" actId="20577"/>
        <pc:sldMkLst>
          <pc:docMk/>
          <pc:sldMk cId="1638626199" sldId="267"/>
        </pc:sldMkLst>
        <pc:spChg chg="mod">
          <ac:chgData name="Ben Chamakh Elyes" userId="b17ab642-3a55-492b-9c3e-b55ece3cf464" providerId="ADAL" clId="{F6DB40FB-A82A-4E21-9FDB-7D1D5790BE02}" dt="2026-06-09T18:04:01.499" v="745" actId="20577"/>
          <ac:spMkLst>
            <pc:docMk/>
            <pc:sldMk cId="1638626199" sldId="267"/>
            <ac:spMk id="2" creationId="{953E0B64-8531-C032-EB2D-B468C453178E}"/>
          </ac:spMkLst>
        </pc:spChg>
        <pc:spChg chg="del">
          <ac:chgData name="Ben Chamakh Elyes" userId="b17ab642-3a55-492b-9c3e-b55ece3cf464" providerId="ADAL" clId="{F6DB40FB-A82A-4E21-9FDB-7D1D5790BE02}" dt="2026-06-09T18:03:51.789" v="727" actId="22"/>
          <ac:spMkLst>
            <pc:docMk/>
            <pc:sldMk cId="1638626199" sldId="267"/>
            <ac:spMk id="3" creationId="{21E2FEA3-4950-5203-1B0F-A83DAAF787B7}"/>
          </ac:spMkLst>
        </pc:spChg>
        <pc:spChg chg="add">
          <ac:chgData name="Ben Chamakh Elyes" userId="b17ab642-3a55-492b-9c3e-b55ece3cf464" providerId="ADAL" clId="{F6DB40FB-A82A-4E21-9FDB-7D1D5790BE02}" dt="2026-06-09T18:03:55.229" v="728" actId="26606"/>
          <ac:spMkLst>
            <pc:docMk/>
            <pc:sldMk cId="1638626199" sldId="267"/>
            <ac:spMk id="10" creationId="{A4AC5506-6312-4701-8D3C-40187889A947}"/>
          </ac:spMkLst>
        </pc:spChg>
        <pc:picChg chg="add mod ord">
          <ac:chgData name="Ben Chamakh Elyes" userId="b17ab642-3a55-492b-9c3e-b55ece3cf464" providerId="ADAL" clId="{F6DB40FB-A82A-4E21-9FDB-7D1D5790BE02}" dt="2026-06-09T18:03:55.229" v="728" actId="26606"/>
          <ac:picMkLst>
            <pc:docMk/>
            <pc:sldMk cId="1638626199" sldId="267"/>
            <ac:picMk id="5" creationId="{BC4E04C9-0D60-F77B-5D5F-352D0165E65D}"/>
          </ac:picMkLst>
        </pc:picChg>
      </pc:sldChg>
      <pc:sldChg chg="modSp new del mod">
        <pc:chgData name="Ben Chamakh Elyes" userId="b17ab642-3a55-492b-9c3e-b55ece3cf464" providerId="ADAL" clId="{F6DB40FB-A82A-4E21-9FDB-7D1D5790BE02}" dt="2026-06-09T18:08:10.783" v="806" actId="47"/>
        <pc:sldMkLst>
          <pc:docMk/>
          <pc:sldMk cId="2575738952" sldId="268"/>
        </pc:sldMkLst>
        <pc:spChg chg="mod">
          <ac:chgData name="Ben Chamakh Elyes" userId="b17ab642-3a55-492b-9c3e-b55ece3cf464" providerId="ADAL" clId="{F6DB40FB-A82A-4E21-9FDB-7D1D5790BE02}" dt="2026-06-09T18:07:55.245" v="800" actId="20577"/>
          <ac:spMkLst>
            <pc:docMk/>
            <pc:sldMk cId="2575738952" sldId="268"/>
            <ac:spMk id="2" creationId="{CD2209DC-0C38-1875-4320-37B2E86E111F}"/>
          </ac:spMkLst>
        </pc:spChg>
      </pc:sldChg>
      <pc:sldChg chg="addSp delSp modSp new mod setBg">
        <pc:chgData name="Ben Chamakh Elyes" userId="b17ab642-3a55-492b-9c3e-b55ece3cf464" providerId="ADAL" clId="{F6DB40FB-A82A-4E21-9FDB-7D1D5790BE02}" dt="2026-06-09T20:31:16.784" v="868" actId="20577"/>
        <pc:sldMkLst>
          <pc:docMk/>
          <pc:sldMk cId="3316123883" sldId="269"/>
        </pc:sldMkLst>
        <pc:spChg chg="mod">
          <ac:chgData name="Ben Chamakh Elyes" userId="b17ab642-3a55-492b-9c3e-b55ece3cf464" providerId="ADAL" clId="{F6DB40FB-A82A-4E21-9FDB-7D1D5790BE02}" dt="2026-06-09T18:07:25.018" v="792" actId="26606"/>
          <ac:spMkLst>
            <pc:docMk/>
            <pc:sldMk cId="3316123883" sldId="269"/>
            <ac:spMk id="2" creationId="{D3A6F78A-CD0C-4B29-78EF-B6EF9295554A}"/>
          </ac:spMkLst>
        </pc:spChg>
        <pc:spChg chg="del mod">
          <ac:chgData name="Ben Chamakh Elyes" userId="b17ab642-3a55-492b-9c3e-b55ece3cf464" providerId="ADAL" clId="{F6DB40FB-A82A-4E21-9FDB-7D1D5790BE02}" dt="2026-06-09T18:07:25.018" v="792" actId="26606"/>
          <ac:spMkLst>
            <pc:docMk/>
            <pc:sldMk cId="3316123883" sldId="269"/>
            <ac:spMk id="3" creationId="{D9C22FE0-FD90-FC68-21D9-E6800FEB1DF1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9" creationId="{BACC6370-2D7E-4714-9D71-7542949D7D5D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11" creationId="{F68B3F68-107C-434F-AA38-110D5EA91B85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13" creationId="{AAD0DBB9-1A4B-4391-81D4-CB19F9AB918A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15" creationId="{063BBA22-50EA-4C4D-BE05-F1CE4E63AA56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20" creationId="{BACC6370-2D7E-4714-9D71-7542949D7D5D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22" creationId="{F68B3F68-107C-434F-AA38-110D5EA91B85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24" creationId="{AAD0DBB9-1A4B-4391-81D4-CB19F9AB918A}"/>
          </ac:spMkLst>
        </pc:spChg>
        <pc:spChg chg="add del">
          <ac:chgData name="Ben Chamakh Elyes" userId="b17ab642-3a55-492b-9c3e-b55ece3cf464" providerId="ADAL" clId="{F6DB40FB-A82A-4E21-9FDB-7D1D5790BE02}" dt="2026-06-09T18:07:46.110" v="796" actId="26606"/>
          <ac:spMkLst>
            <pc:docMk/>
            <pc:sldMk cId="3316123883" sldId="269"/>
            <ac:spMk id="26" creationId="{063BBA22-50EA-4C4D-BE05-F1CE4E63AA56}"/>
          </ac:spMkLst>
        </pc:spChg>
        <pc:graphicFrameChg chg="add mod modGraphic">
          <ac:chgData name="Ben Chamakh Elyes" userId="b17ab642-3a55-492b-9c3e-b55ece3cf464" providerId="ADAL" clId="{F6DB40FB-A82A-4E21-9FDB-7D1D5790BE02}" dt="2026-06-09T20:31:16.784" v="868" actId="20577"/>
          <ac:graphicFrameMkLst>
            <pc:docMk/>
            <pc:sldMk cId="3316123883" sldId="269"/>
            <ac:graphicFrameMk id="5" creationId="{6C09BE23-D5D3-9EFA-E357-DB7BF7DE09B3}"/>
          </ac:graphicFrameMkLst>
        </pc:graphicFrameChg>
      </pc:sldChg>
      <pc:sldChg chg="addSp modSp new mod setBg">
        <pc:chgData name="Ben Chamakh Elyes" userId="b17ab642-3a55-492b-9c3e-b55ece3cf464" providerId="ADAL" clId="{F6DB40FB-A82A-4E21-9FDB-7D1D5790BE02}" dt="2026-06-09T20:32:53.949" v="874" actId="403"/>
        <pc:sldMkLst>
          <pc:docMk/>
          <pc:sldMk cId="3638659033" sldId="270"/>
        </pc:sldMkLst>
        <pc:spChg chg="mod">
          <ac:chgData name="Ben Chamakh Elyes" userId="b17ab642-3a55-492b-9c3e-b55ece3cf464" providerId="ADAL" clId="{F6DB40FB-A82A-4E21-9FDB-7D1D5790BE02}" dt="2026-06-09T20:32:53.949" v="874" actId="403"/>
          <ac:spMkLst>
            <pc:docMk/>
            <pc:sldMk cId="3638659033" sldId="270"/>
            <ac:spMk id="2" creationId="{20AA64A1-C41D-C033-1C01-FDEAFDDC078F}"/>
          </ac:spMkLst>
        </pc:spChg>
        <pc:spChg chg="mo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3" creationId="{7B096194-D365-6689-C42B-76567103A53A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8" creationId="{8C790BE2-4E4F-4AAF-81A2-4A6F4885EBE6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10" creationId="{D28B54C3-B57B-472A-B96E-1FCB67093DC2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12" creationId="{7DB3C429-F8DA-49B9-AF84-21996FCF78B5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14" creationId="{E12088DD-B1AD-40E0-8B86-1D87A2CCD9BE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16" creationId="{C4C9F2B0-1044-46EB-8AEB-C3BFFDE6C2CC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18" creationId="{0C395952-4E26-45A2-8756-2ADFD6E53C6E}"/>
          </ac:spMkLst>
        </pc:spChg>
        <pc:spChg chg="add">
          <ac:chgData name="Ben Chamakh Elyes" userId="b17ab642-3a55-492b-9c3e-b55ece3cf464" providerId="ADAL" clId="{F6DB40FB-A82A-4E21-9FDB-7D1D5790BE02}" dt="2026-06-09T20:32:43.330" v="872" actId="26606"/>
          <ac:spMkLst>
            <pc:docMk/>
            <pc:sldMk cId="3638659033" sldId="270"/>
            <ac:spMk id="20" creationId="{4734BADF-9461-4621-B112-2D7BABEA7DD0}"/>
          </ac:spMkLst>
        </pc:spChg>
      </pc:sldChg>
      <pc:sldChg chg="addSp delSp modSp new mod setBg">
        <pc:chgData name="Ben Chamakh Elyes" userId="b17ab642-3a55-492b-9c3e-b55ece3cf464" providerId="ADAL" clId="{F6DB40FB-A82A-4E21-9FDB-7D1D5790BE02}" dt="2026-06-09T18:11:04.369" v="863" actId="26606"/>
        <pc:sldMkLst>
          <pc:docMk/>
          <pc:sldMk cId="938532091" sldId="271"/>
        </pc:sldMkLst>
        <pc:spChg chg="mod">
          <ac:chgData name="Ben Chamakh Elyes" userId="b17ab642-3a55-492b-9c3e-b55ece3cf464" providerId="ADAL" clId="{F6DB40FB-A82A-4E21-9FDB-7D1D5790BE02}" dt="2026-06-09T18:11:04.369" v="863" actId="26606"/>
          <ac:spMkLst>
            <pc:docMk/>
            <pc:sldMk cId="938532091" sldId="271"/>
            <ac:spMk id="2" creationId="{B5AADB1D-B9AE-65B6-1D38-6456F798707F}"/>
          </ac:spMkLst>
        </pc:spChg>
        <pc:spChg chg="del">
          <ac:chgData name="Ben Chamakh Elyes" userId="b17ab642-3a55-492b-9c3e-b55ece3cf464" providerId="ADAL" clId="{F6DB40FB-A82A-4E21-9FDB-7D1D5790BE02}" dt="2026-06-09T18:11:04.369" v="863" actId="26606"/>
          <ac:spMkLst>
            <pc:docMk/>
            <pc:sldMk cId="938532091" sldId="271"/>
            <ac:spMk id="3" creationId="{B31BA440-19A8-53C3-9A48-F233EB74CEDC}"/>
          </ac:spMkLst>
        </pc:spChg>
        <pc:picChg chg="add">
          <ac:chgData name="Ben Chamakh Elyes" userId="b17ab642-3a55-492b-9c3e-b55ece3cf464" providerId="ADAL" clId="{F6DB40FB-A82A-4E21-9FDB-7D1D5790BE02}" dt="2026-06-09T18:11:04.369" v="863" actId="26606"/>
          <ac:picMkLst>
            <pc:docMk/>
            <pc:sldMk cId="938532091" sldId="271"/>
            <ac:picMk id="5" creationId="{CD7A3893-997A-6316-1961-49BAFACAA772}"/>
          </ac:picMkLst>
        </pc:picChg>
        <pc:cxnChg chg="add">
          <ac:chgData name="Ben Chamakh Elyes" userId="b17ab642-3a55-492b-9c3e-b55ece3cf464" providerId="ADAL" clId="{F6DB40FB-A82A-4E21-9FDB-7D1D5790BE02}" dt="2026-06-09T18:11:04.369" v="863" actId="26606"/>
          <ac:cxnSpMkLst>
            <pc:docMk/>
            <pc:sldMk cId="938532091" sldId="271"/>
            <ac:cxnSpMk id="9" creationId="{7667AA61-5C27-F30F-D229-06CBE5709F33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9EB35D-22D4-4286-AC8E-3AFE9C1634B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02B3673-B3E0-4AFE-8C80-FE85FF15FBCC}">
      <dgm:prSet/>
      <dgm:spPr/>
      <dgm:t>
        <a:bodyPr/>
        <a:lstStyle/>
        <a:p>
          <a:pPr>
            <a:defRPr cap="all"/>
          </a:pPr>
          <a:r>
            <a:rPr lang="de-CH" dirty="0"/>
            <a:t>Aufgabe 1: Einführung in das Projekt</a:t>
          </a:r>
          <a:endParaRPr lang="en-US" dirty="0"/>
        </a:p>
      </dgm:t>
    </dgm:pt>
    <dgm:pt modelId="{589A860E-E1CE-40DD-90B4-732D7AC05645}" type="parTrans" cxnId="{802193C3-410C-4E97-992E-C5FB5F9A771E}">
      <dgm:prSet/>
      <dgm:spPr/>
      <dgm:t>
        <a:bodyPr/>
        <a:lstStyle/>
        <a:p>
          <a:endParaRPr lang="en-US"/>
        </a:p>
      </dgm:t>
    </dgm:pt>
    <dgm:pt modelId="{A849C384-8FD9-4C42-9BF8-ED4EC253B301}" type="sibTrans" cxnId="{802193C3-410C-4E97-992E-C5FB5F9A771E}">
      <dgm:prSet/>
      <dgm:spPr/>
      <dgm:t>
        <a:bodyPr/>
        <a:lstStyle/>
        <a:p>
          <a:endParaRPr lang="en-US"/>
        </a:p>
      </dgm:t>
    </dgm:pt>
    <dgm:pt modelId="{4BDE6522-395B-4204-8DAE-BABA40207BBB}">
      <dgm:prSet/>
      <dgm:spPr/>
      <dgm:t>
        <a:bodyPr/>
        <a:lstStyle/>
        <a:p>
          <a:pPr>
            <a:defRPr cap="all"/>
          </a:pPr>
          <a:r>
            <a:rPr lang="de-CH"/>
            <a:t>Aufgabe 2: Messungsprotokoll</a:t>
          </a:r>
          <a:endParaRPr lang="en-US"/>
        </a:p>
      </dgm:t>
    </dgm:pt>
    <dgm:pt modelId="{26F19D45-AC3D-4376-A54C-CBC48D54DCC5}" type="parTrans" cxnId="{3FA96184-0220-4917-89AB-2793028DADBC}">
      <dgm:prSet/>
      <dgm:spPr/>
      <dgm:t>
        <a:bodyPr/>
        <a:lstStyle/>
        <a:p>
          <a:endParaRPr lang="en-US"/>
        </a:p>
      </dgm:t>
    </dgm:pt>
    <dgm:pt modelId="{6BD2E2A3-F97B-4239-B0A4-E819D286E76D}" type="sibTrans" cxnId="{3FA96184-0220-4917-89AB-2793028DADBC}">
      <dgm:prSet/>
      <dgm:spPr/>
      <dgm:t>
        <a:bodyPr/>
        <a:lstStyle/>
        <a:p>
          <a:endParaRPr lang="en-US"/>
        </a:p>
      </dgm:t>
    </dgm:pt>
    <dgm:pt modelId="{E046D342-F3E6-4F19-889E-A6AC36E6FBE6}">
      <dgm:prSet/>
      <dgm:spPr/>
      <dgm:t>
        <a:bodyPr/>
        <a:lstStyle/>
        <a:p>
          <a:pPr>
            <a:defRPr cap="all"/>
          </a:pPr>
          <a:r>
            <a:rPr lang="de-CH"/>
            <a:t>Aufgabe 3: Algorithmus Entwicklung </a:t>
          </a:r>
          <a:endParaRPr lang="en-US"/>
        </a:p>
      </dgm:t>
    </dgm:pt>
    <dgm:pt modelId="{79C275ED-96D7-4B60-969E-BB804AAF16A8}" type="parTrans" cxnId="{F30F9079-56A0-46BA-BA3F-8A56D0CE2F49}">
      <dgm:prSet/>
      <dgm:spPr/>
      <dgm:t>
        <a:bodyPr/>
        <a:lstStyle/>
        <a:p>
          <a:endParaRPr lang="en-US"/>
        </a:p>
      </dgm:t>
    </dgm:pt>
    <dgm:pt modelId="{186E12A3-A340-476D-94D1-AFE06791BA53}" type="sibTrans" cxnId="{F30F9079-56A0-46BA-BA3F-8A56D0CE2F49}">
      <dgm:prSet/>
      <dgm:spPr/>
      <dgm:t>
        <a:bodyPr/>
        <a:lstStyle/>
        <a:p>
          <a:endParaRPr lang="en-US"/>
        </a:p>
      </dgm:t>
    </dgm:pt>
    <dgm:pt modelId="{4D74B3AB-D7E7-4590-83CD-A1DDEF0EDC62}">
      <dgm:prSet/>
      <dgm:spPr/>
      <dgm:t>
        <a:bodyPr/>
        <a:lstStyle/>
        <a:p>
          <a:pPr>
            <a:defRPr cap="all"/>
          </a:pPr>
          <a:r>
            <a:rPr lang="de-CH" dirty="0"/>
            <a:t>Aufgabe 4: Performance Test</a:t>
          </a:r>
          <a:endParaRPr lang="en-US" dirty="0"/>
        </a:p>
      </dgm:t>
    </dgm:pt>
    <dgm:pt modelId="{F0E4FC0E-28F8-496F-870E-45ED95C24504}" type="parTrans" cxnId="{88B0296E-C01D-4BCC-928B-10F59F8A863C}">
      <dgm:prSet/>
      <dgm:spPr/>
      <dgm:t>
        <a:bodyPr/>
        <a:lstStyle/>
        <a:p>
          <a:endParaRPr lang="en-US"/>
        </a:p>
      </dgm:t>
    </dgm:pt>
    <dgm:pt modelId="{B40E6B76-B3A4-4633-9F3B-DAB6A14E2AAF}" type="sibTrans" cxnId="{88B0296E-C01D-4BCC-928B-10F59F8A863C}">
      <dgm:prSet/>
      <dgm:spPr/>
      <dgm:t>
        <a:bodyPr/>
        <a:lstStyle/>
        <a:p>
          <a:endParaRPr lang="en-US"/>
        </a:p>
      </dgm:t>
    </dgm:pt>
    <dgm:pt modelId="{A95CC8E0-9EA5-4EE3-B9C7-C3CCEBD3419D}" type="pres">
      <dgm:prSet presAssocID="{D39EB35D-22D4-4286-AC8E-3AFE9C1634B7}" presName="root" presStyleCnt="0">
        <dgm:presLayoutVars>
          <dgm:dir/>
          <dgm:resizeHandles val="exact"/>
        </dgm:presLayoutVars>
      </dgm:prSet>
      <dgm:spPr/>
    </dgm:pt>
    <dgm:pt modelId="{76808AEA-CF74-4777-B49D-E682D156B53B}" type="pres">
      <dgm:prSet presAssocID="{902B3673-B3E0-4AFE-8C80-FE85FF15FBCC}" presName="compNode" presStyleCnt="0"/>
      <dgm:spPr/>
    </dgm:pt>
    <dgm:pt modelId="{3D1B90CE-E634-442F-A924-5F23104029C6}" type="pres">
      <dgm:prSet presAssocID="{902B3673-B3E0-4AFE-8C80-FE85FF15FBCC}" presName="iconBgRect" presStyleLbl="bgShp" presStyleIdx="0" presStyleCnt="4"/>
      <dgm:spPr/>
    </dgm:pt>
    <dgm:pt modelId="{2EE3C076-546C-4C25-B474-8D127BDB3299}" type="pres">
      <dgm:prSet presAssocID="{902B3673-B3E0-4AFE-8C80-FE85FF15FBC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kete"/>
        </a:ext>
      </dgm:extLst>
    </dgm:pt>
    <dgm:pt modelId="{E66EC891-7426-4E66-90BB-356CB714F766}" type="pres">
      <dgm:prSet presAssocID="{902B3673-B3E0-4AFE-8C80-FE85FF15FBCC}" presName="spaceRect" presStyleCnt="0"/>
      <dgm:spPr/>
    </dgm:pt>
    <dgm:pt modelId="{4DEB84FE-E10F-4A14-868B-4F14D3ED2E1C}" type="pres">
      <dgm:prSet presAssocID="{902B3673-B3E0-4AFE-8C80-FE85FF15FBCC}" presName="textRect" presStyleLbl="revTx" presStyleIdx="0" presStyleCnt="4">
        <dgm:presLayoutVars>
          <dgm:chMax val="1"/>
          <dgm:chPref val="1"/>
        </dgm:presLayoutVars>
      </dgm:prSet>
      <dgm:spPr/>
    </dgm:pt>
    <dgm:pt modelId="{6F1BC191-E98A-4956-A9AA-6A82A122CD79}" type="pres">
      <dgm:prSet presAssocID="{A849C384-8FD9-4C42-9BF8-ED4EC253B301}" presName="sibTrans" presStyleCnt="0"/>
      <dgm:spPr/>
    </dgm:pt>
    <dgm:pt modelId="{69CCEACA-387D-499D-A6CA-806406CDA71C}" type="pres">
      <dgm:prSet presAssocID="{4BDE6522-395B-4204-8DAE-BABA40207BBB}" presName="compNode" presStyleCnt="0"/>
      <dgm:spPr/>
    </dgm:pt>
    <dgm:pt modelId="{951BB5AD-34D1-4BF2-857E-25CA8FCF43D9}" type="pres">
      <dgm:prSet presAssocID="{4BDE6522-395B-4204-8DAE-BABA40207BBB}" presName="iconBgRect" presStyleLbl="bgShp" presStyleIdx="1" presStyleCnt="4"/>
      <dgm:spPr/>
    </dgm:pt>
    <dgm:pt modelId="{37C71BE8-4C74-47E7-A5A4-B0B51CEE6138}" type="pres">
      <dgm:prSet presAssocID="{4BDE6522-395B-4204-8DAE-BABA40207BB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697D338F-97FA-4ACF-8E44-E283CA155E20}" type="pres">
      <dgm:prSet presAssocID="{4BDE6522-395B-4204-8DAE-BABA40207BBB}" presName="spaceRect" presStyleCnt="0"/>
      <dgm:spPr/>
    </dgm:pt>
    <dgm:pt modelId="{E5F4BDF0-B5F4-43A3-B0C8-C2597E86EFD2}" type="pres">
      <dgm:prSet presAssocID="{4BDE6522-395B-4204-8DAE-BABA40207BBB}" presName="textRect" presStyleLbl="revTx" presStyleIdx="1" presStyleCnt="4">
        <dgm:presLayoutVars>
          <dgm:chMax val="1"/>
          <dgm:chPref val="1"/>
        </dgm:presLayoutVars>
      </dgm:prSet>
      <dgm:spPr/>
    </dgm:pt>
    <dgm:pt modelId="{03C65CD6-677A-4211-A201-112442398F62}" type="pres">
      <dgm:prSet presAssocID="{6BD2E2A3-F97B-4239-B0A4-E819D286E76D}" presName="sibTrans" presStyleCnt="0"/>
      <dgm:spPr/>
    </dgm:pt>
    <dgm:pt modelId="{CB6A4F7D-1099-42A9-A6F5-FB2E1CEFABEE}" type="pres">
      <dgm:prSet presAssocID="{E046D342-F3E6-4F19-889E-A6AC36E6FBE6}" presName="compNode" presStyleCnt="0"/>
      <dgm:spPr/>
    </dgm:pt>
    <dgm:pt modelId="{D716D3F2-34E3-4B86-9224-58DAD0BD80F1}" type="pres">
      <dgm:prSet presAssocID="{E046D342-F3E6-4F19-889E-A6AC36E6FBE6}" presName="iconBgRect" presStyleLbl="bgShp" presStyleIdx="2" presStyleCnt="4"/>
      <dgm:spPr/>
    </dgm:pt>
    <dgm:pt modelId="{C1B8FA9E-CDD0-4101-B5B2-A9D073DA3278}" type="pres">
      <dgm:prSet presAssocID="{E046D342-F3E6-4F19-889E-A6AC36E6FBE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hnräder"/>
        </a:ext>
      </dgm:extLst>
    </dgm:pt>
    <dgm:pt modelId="{661E67D1-3561-440E-9E78-0F02E362D26A}" type="pres">
      <dgm:prSet presAssocID="{E046D342-F3E6-4F19-889E-A6AC36E6FBE6}" presName="spaceRect" presStyleCnt="0"/>
      <dgm:spPr/>
    </dgm:pt>
    <dgm:pt modelId="{1DB30AAE-20C0-4E8A-9A90-BBDC548C0085}" type="pres">
      <dgm:prSet presAssocID="{E046D342-F3E6-4F19-889E-A6AC36E6FBE6}" presName="textRect" presStyleLbl="revTx" presStyleIdx="2" presStyleCnt="4">
        <dgm:presLayoutVars>
          <dgm:chMax val="1"/>
          <dgm:chPref val="1"/>
        </dgm:presLayoutVars>
      </dgm:prSet>
      <dgm:spPr/>
    </dgm:pt>
    <dgm:pt modelId="{F85E92CD-C3E3-47EE-8AAB-381609086E84}" type="pres">
      <dgm:prSet presAssocID="{186E12A3-A340-476D-94D1-AFE06791BA53}" presName="sibTrans" presStyleCnt="0"/>
      <dgm:spPr/>
    </dgm:pt>
    <dgm:pt modelId="{83F085DC-5412-4D3A-B72C-17076A98AD84}" type="pres">
      <dgm:prSet presAssocID="{4D74B3AB-D7E7-4590-83CD-A1DDEF0EDC62}" presName="compNode" presStyleCnt="0"/>
      <dgm:spPr/>
    </dgm:pt>
    <dgm:pt modelId="{2719AD6E-5168-4667-91B1-AFE9C5BCB4F6}" type="pres">
      <dgm:prSet presAssocID="{4D74B3AB-D7E7-4590-83CD-A1DDEF0EDC62}" presName="iconBgRect" presStyleLbl="bgShp" presStyleIdx="3" presStyleCnt="4"/>
      <dgm:spPr/>
    </dgm:pt>
    <dgm:pt modelId="{316855DA-208B-49D2-85A0-0365DF13836F}" type="pres">
      <dgm:prSet presAssocID="{4D74B3AB-D7E7-4590-83CD-A1DDEF0EDC6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4ED68F07-1928-471B-A24C-C4019C2B32ED}" type="pres">
      <dgm:prSet presAssocID="{4D74B3AB-D7E7-4590-83CD-A1DDEF0EDC62}" presName="spaceRect" presStyleCnt="0"/>
      <dgm:spPr/>
    </dgm:pt>
    <dgm:pt modelId="{624B8B4F-9C61-43E8-BD19-B20A67021AC5}" type="pres">
      <dgm:prSet presAssocID="{4D74B3AB-D7E7-4590-83CD-A1DDEF0EDC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AC7412-2D59-4EFB-B488-B4362EA731AB}" type="presOf" srcId="{4D74B3AB-D7E7-4590-83CD-A1DDEF0EDC62}" destId="{624B8B4F-9C61-43E8-BD19-B20A67021AC5}" srcOrd="0" destOrd="0" presId="urn:microsoft.com/office/officeart/2018/5/layout/IconCircleLabelList"/>
    <dgm:cxn modelId="{D1406D35-42E7-4217-963B-E9461BB462F7}" type="presOf" srcId="{4BDE6522-395B-4204-8DAE-BABA40207BBB}" destId="{E5F4BDF0-B5F4-43A3-B0C8-C2597E86EFD2}" srcOrd="0" destOrd="0" presId="urn:microsoft.com/office/officeart/2018/5/layout/IconCircleLabelList"/>
    <dgm:cxn modelId="{FF43E247-C9FC-4783-B3B9-7D1813A4EB62}" type="presOf" srcId="{D39EB35D-22D4-4286-AC8E-3AFE9C1634B7}" destId="{A95CC8E0-9EA5-4EE3-B9C7-C3CCEBD3419D}" srcOrd="0" destOrd="0" presId="urn:microsoft.com/office/officeart/2018/5/layout/IconCircleLabelList"/>
    <dgm:cxn modelId="{7F7CE54A-CEA4-4B9F-9FE1-F712635B42D8}" type="presOf" srcId="{E046D342-F3E6-4F19-889E-A6AC36E6FBE6}" destId="{1DB30AAE-20C0-4E8A-9A90-BBDC548C0085}" srcOrd="0" destOrd="0" presId="urn:microsoft.com/office/officeart/2018/5/layout/IconCircleLabelList"/>
    <dgm:cxn modelId="{88B0296E-C01D-4BCC-928B-10F59F8A863C}" srcId="{D39EB35D-22D4-4286-AC8E-3AFE9C1634B7}" destId="{4D74B3AB-D7E7-4590-83CD-A1DDEF0EDC62}" srcOrd="3" destOrd="0" parTransId="{F0E4FC0E-28F8-496F-870E-45ED95C24504}" sibTransId="{B40E6B76-B3A4-4633-9F3B-DAB6A14E2AAF}"/>
    <dgm:cxn modelId="{4D4C7150-A04B-4B42-9F3F-3CA2EA2B5E18}" type="presOf" srcId="{902B3673-B3E0-4AFE-8C80-FE85FF15FBCC}" destId="{4DEB84FE-E10F-4A14-868B-4F14D3ED2E1C}" srcOrd="0" destOrd="0" presId="urn:microsoft.com/office/officeart/2018/5/layout/IconCircleLabelList"/>
    <dgm:cxn modelId="{F30F9079-56A0-46BA-BA3F-8A56D0CE2F49}" srcId="{D39EB35D-22D4-4286-AC8E-3AFE9C1634B7}" destId="{E046D342-F3E6-4F19-889E-A6AC36E6FBE6}" srcOrd="2" destOrd="0" parTransId="{79C275ED-96D7-4B60-969E-BB804AAF16A8}" sibTransId="{186E12A3-A340-476D-94D1-AFE06791BA53}"/>
    <dgm:cxn modelId="{3FA96184-0220-4917-89AB-2793028DADBC}" srcId="{D39EB35D-22D4-4286-AC8E-3AFE9C1634B7}" destId="{4BDE6522-395B-4204-8DAE-BABA40207BBB}" srcOrd="1" destOrd="0" parTransId="{26F19D45-AC3D-4376-A54C-CBC48D54DCC5}" sibTransId="{6BD2E2A3-F97B-4239-B0A4-E819D286E76D}"/>
    <dgm:cxn modelId="{802193C3-410C-4E97-992E-C5FB5F9A771E}" srcId="{D39EB35D-22D4-4286-AC8E-3AFE9C1634B7}" destId="{902B3673-B3E0-4AFE-8C80-FE85FF15FBCC}" srcOrd="0" destOrd="0" parTransId="{589A860E-E1CE-40DD-90B4-732D7AC05645}" sibTransId="{A849C384-8FD9-4C42-9BF8-ED4EC253B301}"/>
    <dgm:cxn modelId="{99645FC4-8D5B-4CE2-B30B-5EEF4A6EF0B2}" type="presParOf" srcId="{A95CC8E0-9EA5-4EE3-B9C7-C3CCEBD3419D}" destId="{76808AEA-CF74-4777-B49D-E682D156B53B}" srcOrd="0" destOrd="0" presId="urn:microsoft.com/office/officeart/2018/5/layout/IconCircleLabelList"/>
    <dgm:cxn modelId="{F1063E8E-2224-4F43-A069-FD1B9BB004A2}" type="presParOf" srcId="{76808AEA-CF74-4777-B49D-E682D156B53B}" destId="{3D1B90CE-E634-442F-A924-5F23104029C6}" srcOrd="0" destOrd="0" presId="urn:microsoft.com/office/officeart/2018/5/layout/IconCircleLabelList"/>
    <dgm:cxn modelId="{BC95165C-BE25-4881-8445-0B10DD67B34D}" type="presParOf" srcId="{76808AEA-CF74-4777-B49D-E682D156B53B}" destId="{2EE3C076-546C-4C25-B474-8D127BDB3299}" srcOrd="1" destOrd="0" presId="urn:microsoft.com/office/officeart/2018/5/layout/IconCircleLabelList"/>
    <dgm:cxn modelId="{3881721D-BFBD-4F7B-9C92-AC71C930BC58}" type="presParOf" srcId="{76808AEA-CF74-4777-B49D-E682D156B53B}" destId="{E66EC891-7426-4E66-90BB-356CB714F766}" srcOrd="2" destOrd="0" presId="urn:microsoft.com/office/officeart/2018/5/layout/IconCircleLabelList"/>
    <dgm:cxn modelId="{A0B39D95-5EB8-4AA7-9D70-B04960F38C75}" type="presParOf" srcId="{76808AEA-CF74-4777-B49D-E682D156B53B}" destId="{4DEB84FE-E10F-4A14-868B-4F14D3ED2E1C}" srcOrd="3" destOrd="0" presId="urn:microsoft.com/office/officeart/2018/5/layout/IconCircleLabelList"/>
    <dgm:cxn modelId="{87327D13-BE09-4CD4-A5F8-8CA039D91CAB}" type="presParOf" srcId="{A95CC8E0-9EA5-4EE3-B9C7-C3CCEBD3419D}" destId="{6F1BC191-E98A-4956-A9AA-6A82A122CD79}" srcOrd="1" destOrd="0" presId="urn:microsoft.com/office/officeart/2018/5/layout/IconCircleLabelList"/>
    <dgm:cxn modelId="{A6577EC6-82E8-4676-9117-9926263B3DE7}" type="presParOf" srcId="{A95CC8E0-9EA5-4EE3-B9C7-C3CCEBD3419D}" destId="{69CCEACA-387D-499D-A6CA-806406CDA71C}" srcOrd="2" destOrd="0" presId="urn:microsoft.com/office/officeart/2018/5/layout/IconCircleLabelList"/>
    <dgm:cxn modelId="{0A3EEE76-E006-4465-A3D2-38A2807C3B32}" type="presParOf" srcId="{69CCEACA-387D-499D-A6CA-806406CDA71C}" destId="{951BB5AD-34D1-4BF2-857E-25CA8FCF43D9}" srcOrd="0" destOrd="0" presId="urn:microsoft.com/office/officeart/2018/5/layout/IconCircleLabelList"/>
    <dgm:cxn modelId="{626A4A5E-8978-41AA-82E2-31C5C33B071D}" type="presParOf" srcId="{69CCEACA-387D-499D-A6CA-806406CDA71C}" destId="{37C71BE8-4C74-47E7-A5A4-B0B51CEE6138}" srcOrd="1" destOrd="0" presId="urn:microsoft.com/office/officeart/2018/5/layout/IconCircleLabelList"/>
    <dgm:cxn modelId="{2B3D2130-197A-4683-B214-B8C0F3BB9996}" type="presParOf" srcId="{69CCEACA-387D-499D-A6CA-806406CDA71C}" destId="{697D338F-97FA-4ACF-8E44-E283CA155E20}" srcOrd="2" destOrd="0" presId="urn:microsoft.com/office/officeart/2018/5/layout/IconCircleLabelList"/>
    <dgm:cxn modelId="{A6563537-52A5-4867-A7AA-EDAFB37589FD}" type="presParOf" srcId="{69CCEACA-387D-499D-A6CA-806406CDA71C}" destId="{E5F4BDF0-B5F4-43A3-B0C8-C2597E86EFD2}" srcOrd="3" destOrd="0" presId="urn:microsoft.com/office/officeart/2018/5/layout/IconCircleLabelList"/>
    <dgm:cxn modelId="{6917B9F3-3EEF-4B02-97D1-EED5B5AB2DBC}" type="presParOf" srcId="{A95CC8E0-9EA5-4EE3-B9C7-C3CCEBD3419D}" destId="{03C65CD6-677A-4211-A201-112442398F62}" srcOrd="3" destOrd="0" presId="urn:microsoft.com/office/officeart/2018/5/layout/IconCircleLabelList"/>
    <dgm:cxn modelId="{5F194156-2883-4A77-AB02-6C1A92215444}" type="presParOf" srcId="{A95CC8E0-9EA5-4EE3-B9C7-C3CCEBD3419D}" destId="{CB6A4F7D-1099-42A9-A6F5-FB2E1CEFABEE}" srcOrd="4" destOrd="0" presId="urn:microsoft.com/office/officeart/2018/5/layout/IconCircleLabelList"/>
    <dgm:cxn modelId="{564FC675-3EE6-4287-91EA-E5E8880C30AB}" type="presParOf" srcId="{CB6A4F7D-1099-42A9-A6F5-FB2E1CEFABEE}" destId="{D716D3F2-34E3-4B86-9224-58DAD0BD80F1}" srcOrd="0" destOrd="0" presId="urn:microsoft.com/office/officeart/2018/5/layout/IconCircleLabelList"/>
    <dgm:cxn modelId="{24DB8B89-6BA5-44F0-B25B-5BD0557B6AB9}" type="presParOf" srcId="{CB6A4F7D-1099-42A9-A6F5-FB2E1CEFABEE}" destId="{C1B8FA9E-CDD0-4101-B5B2-A9D073DA3278}" srcOrd="1" destOrd="0" presId="urn:microsoft.com/office/officeart/2018/5/layout/IconCircleLabelList"/>
    <dgm:cxn modelId="{E024F14A-D649-4891-BBAE-2781F9D3A030}" type="presParOf" srcId="{CB6A4F7D-1099-42A9-A6F5-FB2E1CEFABEE}" destId="{661E67D1-3561-440E-9E78-0F02E362D26A}" srcOrd="2" destOrd="0" presId="urn:microsoft.com/office/officeart/2018/5/layout/IconCircleLabelList"/>
    <dgm:cxn modelId="{44B1F59C-4F55-4D61-AA85-149E9941C560}" type="presParOf" srcId="{CB6A4F7D-1099-42A9-A6F5-FB2E1CEFABEE}" destId="{1DB30AAE-20C0-4E8A-9A90-BBDC548C0085}" srcOrd="3" destOrd="0" presId="urn:microsoft.com/office/officeart/2018/5/layout/IconCircleLabelList"/>
    <dgm:cxn modelId="{4775B9AE-D99A-43E8-9AF0-3CA81E6555CA}" type="presParOf" srcId="{A95CC8E0-9EA5-4EE3-B9C7-C3CCEBD3419D}" destId="{F85E92CD-C3E3-47EE-8AAB-381609086E84}" srcOrd="5" destOrd="0" presId="urn:microsoft.com/office/officeart/2018/5/layout/IconCircleLabelList"/>
    <dgm:cxn modelId="{DBE2C32C-E4F3-451A-A655-8375F30ECB74}" type="presParOf" srcId="{A95CC8E0-9EA5-4EE3-B9C7-C3CCEBD3419D}" destId="{83F085DC-5412-4D3A-B72C-17076A98AD84}" srcOrd="6" destOrd="0" presId="urn:microsoft.com/office/officeart/2018/5/layout/IconCircleLabelList"/>
    <dgm:cxn modelId="{D82E27DB-6635-4671-A886-8E51A65E81DC}" type="presParOf" srcId="{83F085DC-5412-4D3A-B72C-17076A98AD84}" destId="{2719AD6E-5168-4667-91B1-AFE9C5BCB4F6}" srcOrd="0" destOrd="0" presId="urn:microsoft.com/office/officeart/2018/5/layout/IconCircleLabelList"/>
    <dgm:cxn modelId="{1057BC13-6989-4F44-9ECC-5AFA96463C06}" type="presParOf" srcId="{83F085DC-5412-4D3A-B72C-17076A98AD84}" destId="{316855DA-208B-49D2-85A0-0365DF13836F}" srcOrd="1" destOrd="0" presId="urn:microsoft.com/office/officeart/2018/5/layout/IconCircleLabelList"/>
    <dgm:cxn modelId="{D150EC66-7266-45A0-859D-4723A8F69206}" type="presParOf" srcId="{83F085DC-5412-4D3A-B72C-17076A98AD84}" destId="{4ED68F07-1928-471B-A24C-C4019C2B32ED}" srcOrd="2" destOrd="0" presId="urn:microsoft.com/office/officeart/2018/5/layout/IconCircleLabelList"/>
    <dgm:cxn modelId="{E2D2BDBA-4E25-4DE3-BF7E-7484B8545483}" type="presParOf" srcId="{83F085DC-5412-4D3A-B72C-17076A98AD84}" destId="{624B8B4F-9C61-43E8-BD19-B20A67021AC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20CDB7-BD61-4C62-AE2D-0B44D16141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1DCD566-0DF6-4435-A77A-3A7C578FB1A6}">
      <dgm:prSet/>
      <dgm:spPr/>
      <dgm:t>
        <a:bodyPr/>
        <a:lstStyle/>
        <a:p>
          <a:r>
            <a:rPr lang="de-CH" b="1"/>
            <a:t>Was wurde definiert?</a:t>
          </a:r>
          <a:endParaRPr lang="en-US"/>
        </a:p>
      </dgm:t>
    </dgm:pt>
    <dgm:pt modelId="{6BD60905-C6F5-4E8C-A066-BC0950C553E2}" type="parTrans" cxnId="{0AF2663D-0B62-44B5-8BD8-33A20D8A199D}">
      <dgm:prSet/>
      <dgm:spPr/>
      <dgm:t>
        <a:bodyPr/>
        <a:lstStyle/>
        <a:p>
          <a:endParaRPr lang="en-US"/>
        </a:p>
      </dgm:t>
    </dgm:pt>
    <dgm:pt modelId="{D677E763-7B8C-415D-AE31-FC59B1D23020}" type="sibTrans" cxnId="{0AF2663D-0B62-44B5-8BD8-33A20D8A199D}">
      <dgm:prSet/>
      <dgm:spPr/>
      <dgm:t>
        <a:bodyPr/>
        <a:lstStyle/>
        <a:p>
          <a:endParaRPr lang="en-US"/>
        </a:p>
      </dgm:t>
    </dgm:pt>
    <dgm:pt modelId="{727CDA0D-2EED-4E88-A172-260AEC110046}">
      <dgm:prSet/>
      <dgm:spPr/>
      <dgm:t>
        <a:bodyPr/>
        <a:lstStyle/>
        <a:p>
          <a:r>
            <a:rPr lang="de-CH"/>
            <a:t>Dauer pro Aktivität: </a:t>
          </a:r>
          <a:r>
            <a:rPr lang="de-CH" b="1"/>
            <a:t>60 Sekunden</a:t>
          </a:r>
          <a:r>
            <a:rPr lang="de-CH"/>
            <a:t> </a:t>
          </a:r>
          <a:endParaRPr lang="en-US"/>
        </a:p>
      </dgm:t>
    </dgm:pt>
    <dgm:pt modelId="{5CCBEBE0-2AFF-4799-A483-BD289DE7453F}" type="parTrans" cxnId="{1120DCD8-31E9-4DDD-9EB6-8941DC0E2D0E}">
      <dgm:prSet/>
      <dgm:spPr/>
      <dgm:t>
        <a:bodyPr/>
        <a:lstStyle/>
        <a:p>
          <a:endParaRPr lang="en-US"/>
        </a:p>
      </dgm:t>
    </dgm:pt>
    <dgm:pt modelId="{519E127A-6B33-442E-A8C3-62D8CE4ACF47}" type="sibTrans" cxnId="{1120DCD8-31E9-4DDD-9EB6-8941DC0E2D0E}">
      <dgm:prSet/>
      <dgm:spPr/>
      <dgm:t>
        <a:bodyPr/>
        <a:lstStyle/>
        <a:p>
          <a:endParaRPr lang="en-US"/>
        </a:p>
      </dgm:t>
    </dgm:pt>
    <dgm:pt modelId="{70D2660C-E485-49A8-8D6B-ECADD02D3672}">
      <dgm:prSet/>
      <dgm:spPr/>
      <dgm:t>
        <a:bodyPr/>
        <a:lstStyle/>
        <a:p>
          <a:r>
            <a:rPr lang="de-CH" b="1"/>
            <a:t>Mehrere Testpersonen</a:t>
          </a:r>
          <a:r>
            <a:rPr lang="de-CH"/>
            <a:t> (2–5),  wegen unterschiedlicher Schrittfrequenzen und Laufstile</a:t>
          </a:r>
          <a:endParaRPr lang="en-US"/>
        </a:p>
      </dgm:t>
    </dgm:pt>
    <dgm:pt modelId="{45AE000A-EE39-4368-8772-30BD4C1BB379}" type="parTrans" cxnId="{2132B405-95A9-4A19-9C09-61D240FBE1A7}">
      <dgm:prSet/>
      <dgm:spPr/>
      <dgm:t>
        <a:bodyPr/>
        <a:lstStyle/>
        <a:p>
          <a:endParaRPr lang="en-US"/>
        </a:p>
      </dgm:t>
    </dgm:pt>
    <dgm:pt modelId="{CC8DBC1E-3696-4760-AA10-A4F2A633199F}" type="sibTrans" cxnId="{2132B405-95A9-4A19-9C09-61D240FBE1A7}">
      <dgm:prSet/>
      <dgm:spPr/>
      <dgm:t>
        <a:bodyPr/>
        <a:lstStyle/>
        <a:p>
          <a:endParaRPr lang="en-US"/>
        </a:p>
      </dgm:t>
    </dgm:pt>
    <dgm:pt modelId="{6F7DBEF0-ECDE-418B-9985-749D89CF3BE6}">
      <dgm:prSet/>
      <dgm:spPr/>
      <dgm:t>
        <a:bodyPr/>
        <a:lstStyle/>
        <a:p>
          <a:r>
            <a:rPr lang="de-CH" b="1"/>
            <a:t>Kernaussage:</a:t>
          </a:r>
          <a:r>
            <a:rPr lang="de-CH"/>
            <a:t> Ein reproduzierbares, generalisierbares Protokoll ist essenziell für einen robusten Algorithmus.</a:t>
          </a:r>
          <a:endParaRPr lang="en-US"/>
        </a:p>
      </dgm:t>
    </dgm:pt>
    <dgm:pt modelId="{F58BD9D1-970F-48E7-94E7-B84408111D07}" type="parTrans" cxnId="{26EE9C47-6958-41AC-A6F7-226041D2414B}">
      <dgm:prSet/>
      <dgm:spPr/>
      <dgm:t>
        <a:bodyPr/>
        <a:lstStyle/>
        <a:p>
          <a:endParaRPr lang="en-US"/>
        </a:p>
      </dgm:t>
    </dgm:pt>
    <dgm:pt modelId="{09137E7D-21F5-4451-85B0-81789239A0F0}" type="sibTrans" cxnId="{26EE9C47-6958-41AC-A6F7-226041D2414B}">
      <dgm:prSet/>
      <dgm:spPr/>
      <dgm:t>
        <a:bodyPr/>
        <a:lstStyle/>
        <a:p>
          <a:endParaRPr lang="en-US"/>
        </a:p>
      </dgm:t>
    </dgm:pt>
    <dgm:pt modelId="{6E97AB2A-A0F3-40B3-BB85-C0C78E544B63}" type="pres">
      <dgm:prSet presAssocID="{5E20CDB7-BD61-4C62-AE2D-0B44D1614107}" presName="root" presStyleCnt="0">
        <dgm:presLayoutVars>
          <dgm:dir/>
          <dgm:resizeHandles val="exact"/>
        </dgm:presLayoutVars>
      </dgm:prSet>
      <dgm:spPr/>
    </dgm:pt>
    <dgm:pt modelId="{2B3F84E5-472C-443B-BCED-A54B4C4368FC}" type="pres">
      <dgm:prSet presAssocID="{A1DCD566-0DF6-4435-A77A-3A7C578FB1A6}" presName="compNode" presStyleCnt="0"/>
      <dgm:spPr/>
    </dgm:pt>
    <dgm:pt modelId="{3E2438A5-DB9A-4E97-8CDE-656D65DEF86C}" type="pres">
      <dgm:prSet presAssocID="{A1DCD566-0DF6-4435-A77A-3A7C578FB1A6}" presName="bgRect" presStyleLbl="bgShp" presStyleIdx="0" presStyleCnt="2"/>
      <dgm:spPr/>
    </dgm:pt>
    <dgm:pt modelId="{BA4B3D78-F697-4D67-8D63-8BE9ABD1ED82}" type="pres">
      <dgm:prSet presAssocID="{A1DCD566-0DF6-4435-A77A-3A7C578FB1A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64695BE-CE79-462E-AA58-3711ADC8C519}" type="pres">
      <dgm:prSet presAssocID="{A1DCD566-0DF6-4435-A77A-3A7C578FB1A6}" presName="spaceRect" presStyleCnt="0"/>
      <dgm:spPr/>
    </dgm:pt>
    <dgm:pt modelId="{94E82D80-F53C-4074-A698-F513A19663D5}" type="pres">
      <dgm:prSet presAssocID="{A1DCD566-0DF6-4435-A77A-3A7C578FB1A6}" presName="parTx" presStyleLbl="revTx" presStyleIdx="0" presStyleCnt="3">
        <dgm:presLayoutVars>
          <dgm:chMax val="0"/>
          <dgm:chPref val="0"/>
        </dgm:presLayoutVars>
      </dgm:prSet>
      <dgm:spPr/>
    </dgm:pt>
    <dgm:pt modelId="{4070A238-EB0D-42E9-B49A-776354FFD25D}" type="pres">
      <dgm:prSet presAssocID="{A1DCD566-0DF6-4435-A77A-3A7C578FB1A6}" presName="desTx" presStyleLbl="revTx" presStyleIdx="1" presStyleCnt="3">
        <dgm:presLayoutVars/>
      </dgm:prSet>
      <dgm:spPr/>
    </dgm:pt>
    <dgm:pt modelId="{EBFB6671-7029-43D3-B432-66731C5BA871}" type="pres">
      <dgm:prSet presAssocID="{D677E763-7B8C-415D-AE31-FC59B1D23020}" presName="sibTrans" presStyleCnt="0"/>
      <dgm:spPr/>
    </dgm:pt>
    <dgm:pt modelId="{7CCD96E7-BD23-4413-83F4-D15741E78791}" type="pres">
      <dgm:prSet presAssocID="{6F7DBEF0-ECDE-418B-9985-749D89CF3BE6}" presName="compNode" presStyleCnt="0"/>
      <dgm:spPr/>
    </dgm:pt>
    <dgm:pt modelId="{916C5EF7-46BC-43DF-8DD8-65D70338BF18}" type="pres">
      <dgm:prSet presAssocID="{6F7DBEF0-ECDE-418B-9985-749D89CF3BE6}" presName="bgRect" presStyleLbl="bgShp" presStyleIdx="1" presStyleCnt="2"/>
      <dgm:spPr/>
    </dgm:pt>
    <dgm:pt modelId="{65FE0209-24C6-4AF6-ADFD-996323E2DAD1}" type="pres">
      <dgm:prSet presAssocID="{6F7DBEF0-ECDE-418B-9985-749D89CF3BE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8FBBF1E5-796B-4D12-855E-2D1E3E8D3E17}" type="pres">
      <dgm:prSet presAssocID="{6F7DBEF0-ECDE-418B-9985-749D89CF3BE6}" presName="spaceRect" presStyleCnt="0"/>
      <dgm:spPr/>
    </dgm:pt>
    <dgm:pt modelId="{8EFDA6E5-6BFD-44E9-A42C-CAC0D5F5C6EC}" type="pres">
      <dgm:prSet presAssocID="{6F7DBEF0-ECDE-418B-9985-749D89CF3BE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32B405-95A9-4A19-9C09-61D240FBE1A7}" srcId="{A1DCD566-0DF6-4435-A77A-3A7C578FB1A6}" destId="{70D2660C-E485-49A8-8D6B-ECADD02D3672}" srcOrd="1" destOrd="0" parTransId="{45AE000A-EE39-4368-8772-30BD4C1BB379}" sibTransId="{CC8DBC1E-3696-4760-AA10-A4F2A633199F}"/>
    <dgm:cxn modelId="{1E907809-9CA7-4DBC-9C9B-684A30218A22}" type="presOf" srcId="{70D2660C-E485-49A8-8D6B-ECADD02D3672}" destId="{4070A238-EB0D-42E9-B49A-776354FFD25D}" srcOrd="0" destOrd="1" presId="urn:microsoft.com/office/officeart/2018/2/layout/IconVerticalSolidList"/>
    <dgm:cxn modelId="{0AF2663D-0B62-44B5-8BD8-33A20D8A199D}" srcId="{5E20CDB7-BD61-4C62-AE2D-0B44D1614107}" destId="{A1DCD566-0DF6-4435-A77A-3A7C578FB1A6}" srcOrd="0" destOrd="0" parTransId="{6BD60905-C6F5-4E8C-A066-BC0950C553E2}" sibTransId="{D677E763-7B8C-415D-AE31-FC59B1D23020}"/>
    <dgm:cxn modelId="{26EE9C47-6958-41AC-A6F7-226041D2414B}" srcId="{5E20CDB7-BD61-4C62-AE2D-0B44D1614107}" destId="{6F7DBEF0-ECDE-418B-9985-749D89CF3BE6}" srcOrd="1" destOrd="0" parTransId="{F58BD9D1-970F-48E7-94E7-B84408111D07}" sibTransId="{09137E7D-21F5-4451-85B0-81789239A0F0}"/>
    <dgm:cxn modelId="{7B13DF7D-4848-4F12-BD78-36B9B1F944B7}" type="presOf" srcId="{727CDA0D-2EED-4E88-A172-260AEC110046}" destId="{4070A238-EB0D-42E9-B49A-776354FFD25D}" srcOrd="0" destOrd="0" presId="urn:microsoft.com/office/officeart/2018/2/layout/IconVerticalSolidList"/>
    <dgm:cxn modelId="{FFD05E9B-2822-4589-B8AA-15A4340B7B66}" type="presOf" srcId="{6F7DBEF0-ECDE-418B-9985-749D89CF3BE6}" destId="{8EFDA6E5-6BFD-44E9-A42C-CAC0D5F5C6EC}" srcOrd="0" destOrd="0" presId="urn:microsoft.com/office/officeart/2018/2/layout/IconVerticalSolidList"/>
    <dgm:cxn modelId="{8F0958CD-26FD-4621-BC65-01B436BA4249}" type="presOf" srcId="{5E20CDB7-BD61-4C62-AE2D-0B44D1614107}" destId="{6E97AB2A-A0F3-40B3-BB85-C0C78E544B63}" srcOrd="0" destOrd="0" presId="urn:microsoft.com/office/officeart/2018/2/layout/IconVerticalSolidList"/>
    <dgm:cxn modelId="{1120DCD8-31E9-4DDD-9EB6-8941DC0E2D0E}" srcId="{A1DCD566-0DF6-4435-A77A-3A7C578FB1A6}" destId="{727CDA0D-2EED-4E88-A172-260AEC110046}" srcOrd="0" destOrd="0" parTransId="{5CCBEBE0-2AFF-4799-A483-BD289DE7453F}" sibTransId="{519E127A-6B33-442E-A8C3-62D8CE4ACF47}"/>
    <dgm:cxn modelId="{33F099EF-59F1-488F-A517-7144801D6148}" type="presOf" srcId="{A1DCD566-0DF6-4435-A77A-3A7C578FB1A6}" destId="{94E82D80-F53C-4074-A698-F513A19663D5}" srcOrd="0" destOrd="0" presId="urn:microsoft.com/office/officeart/2018/2/layout/IconVerticalSolidList"/>
    <dgm:cxn modelId="{D0CE75D3-32E0-4329-BF30-EE43F880E367}" type="presParOf" srcId="{6E97AB2A-A0F3-40B3-BB85-C0C78E544B63}" destId="{2B3F84E5-472C-443B-BCED-A54B4C4368FC}" srcOrd="0" destOrd="0" presId="urn:microsoft.com/office/officeart/2018/2/layout/IconVerticalSolidList"/>
    <dgm:cxn modelId="{5B14C695-BCD7-4F1F-992F-0D422773A8D9}" type="presParOf" srcId="{2B3F84E5-472C-443B-BCED-A54B4C4368FC}" destId="{3E2438A5-DB9A-4E97-8CDE-656D65DEF86C}" srcOrd="0" destOrd="0" presId="urn:microsoft.com/office/officeart/2018/2/layout/IconVerticalSolidList"/>
    <dgm:cxn modelId="{3DF4AE2F-58A6-47DB-9C3A-3FE090E3B319}" type="presParOf" srcId="{2B3F84E5-472C-443B-BCED-A54B4C4368FC}" destId="{BA4B3D78-F697-4D67-8D63-8BE9ABD1ED82}" srcOrd="1" destOrd="0" presId="urn:microsoft.com/office/officeart/2018/2/layout/IconVerticalSolidList"/>
    <dgm:cxn modelId="{A9936A77-55C0-40E2-8EBF-2F1E95F1824F}" type="presParOf" srcId="{2B3F84E5-472C-443B-BCED-A54B4C4368FC}" destId="{464695BE-CE79-462E-AA58-3711ADC8C519}" srcOrd="2" destOrd="0" presId="urn:microsoft.com/office/officeart/2018/2/layout/IconVerticalSolidList"/>
    <dgm:cxn modelId="{1E236C39-609E-422F-B4D3-12F6D893B677}" type="presParOf" srcId="{2B3F84E5-472C-443B-BCED-A54B4C4368FC}" destId="{94E82D80-F53C-4074-A698-F513A19663D5}" srcOrd="3" destOrd="0" presId="urn:microsoft.com/office/officeart/2018/2/layout/IconVerticalSolidList"/>
    <dgm:cxn modelId="{126B95A5-1E34-4DB6-B13A-D1A2F8D347A5}" type="presParOf" srcId="{2B3F84E5-472C-443B-BCED-A54B4C4368FC}" destId="{4070A238-EB0D-42E9-B49A-776354FFD25D}" srcOrd="4" destOrd="0" presId="urn:microsoft.com/office/officeart/2018/2/layout/IconVerticalSolidList"/>
    <dgm:cxn modelId="{59E20B57-C2D7-4DE3-BB8C-BD41C535F506}" type="presParOf" srcId="{6E97AB2A-A0F3-40B3-BB85-C0C78E544B63}" destId="{EBFB6671-7029-43D3-B432-66731C5BA871}" srcOrd="1" destOrd="0" presId="urn:microsoft.com/office/officeart/2018/2/layout/IconVerticalSolidList"/>
    <dgm:cxn modelId="{C4B2247E-0317-40FD-A037-DCC8D23A545E}" type="presParOf" srcId="{6E97AB2A-A0F3-40B3-BB85-C0C78E544B63}" destId="{7CCD96E7-BD23-4413-83F4-D15741E78791}" srcOrd="2" destOrd="0" presId="urn:microsoft.com/office/officeart/2018/2/layout/IconVerticalSolidList"/>
    <dgm:cxn modelId="{A9422A49-89B4-410F-AB42-EE550FCF8501}" type="presParOf" srcId="{7CCD96E7-BD23-4413-83F4-D15741E78791}" destId="{916C5EF7-46BC-43DF-8DD8-65D70338BF18}" srcOrd="0" destOrd="0" presId="urn:microsoft.com/office/officeart/2018/2/layout/IconVerticalSolidList"/>
    <dgm:cxn modelId="{C44F10CE-0200-45FB-B2E5-48DFC1F5E5D6}" type="presParOf" srcId="{7CCD96E7-BD23-4413-83F4-D15741E78791}" destId="{65FE0209-24C6-4AF6-ADFD-996323E2DAD1}" srcOrd="1" destOrd="0" presId="urn:microsoft.com/office/officeart/2018/2/layout/IconVerticalSolidList"/>
    <dgm:cxn modelId="{CFBE759C-7F3B-4D02-B19F-2EB8E34B27C0}" type="presParOf" srcId="{7CCD96E7-BD23-4413-83F4-D15741E78791}" destId="{8FBBF1E5-796B-4D12-855E-2D1E3E8D3E17}" srcOrd="2" destOrd="0" presId="urn:microsoft.com/office/officeart/2018/2/layout/IconVerticalSolidList"/>
    <dgm:cxn modelId="{ED29562D-8625-4BBE-9910-1E7602FAF872}" type="presParOf" srcId="{7CCD96E7-BD23-4413-83F4-D15741E78791}" destId="{8EFDA6E5-6BFD-44E9-A42C-CAC0D5F5C6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B34B01-F2B2-43B0-924A-F9BF48439D8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D9FF7E-B34B-4C65-BB59-6014ADC35FF6}">
      <dgm:prSet/>
      <dgm:spPr/>
      <dgm:t>
        <a:bodyPr/>
        <a:lstStyle/>
        <a:p>
          <a:r>
            <a:rPr lang="de-CH"/>
            <a:t>3D Acc</a:t>
          </a:r>
          <a:endParaRPr lang="en-US"/>
        </a:p>
      </dgm:t>
    </dgm:pt>
    <dgm:pt modelId="{007C35FE-FB99-47EE-8CA3-CCFACEDB4374}" type="parTrans" cxnId="{EF7B32BF-0F28-4C28-8F8F-F13D652976B2}">
      <dgm:prSet/>
      <dgm:spPr/>
      <dgm:t>
        <a:bodyPr/>
        <a:lstStyle/>
        <a:p>
          <a:endParaRPr lang="en-US"/>
        </a:p>
      </dgm:t>
    </dgm:pt>
    <dgm:pt modelId="{EA7A6781-396A-4AC4-B1B4-3C73112E3495}" type="sibTrans" cxnId="{EF7B32BF-0F28-4C28-8F8F-F13D652976B2}">
      <dgm:prSet/>
      <dgm:spPr/>
      <dgm:t>
        <a:bodyPr/>
        <a:lstStyle/>
        <a:p>
          <a:endParaRPr lang="en-US"/>
        </a:p>
      </dgm:t>
    </dgm:pt>
    <dgm:pt modelId="{D7A7799A-64BB-44C0-8415-F2B3B21FE248}">
      <dgm:prSet/>
      <dgm:spPr/>
      <dgm:t>
        <a:bodyPr/>
        <a:lstStyle/>
        <a:p>
          <a:r>
            <a:rPr lang="de-CH" dirty="0"/>
            <a:t>Magnitude</a:t>
          </a:r>
          <a:endParaRPr lang="en-US" dirty="0"/>
        </a:p>
      </dgm:t>
    </dgm:pt>
    <dgm:pt modelId="{E2E2592C-B5B7-4CB2-ACEB-10983A8C919A}" type="parTrans" cxnId="{5EEDA804-BF0A-42E9-8884-491E47DD48DE}">
      <dgm:prSet/>
      <dgm:spPr/>
      <dgm:t>
        <a:bodyPr/>
        <a:lstStyle/>
        <a:p>
          <a:endParaRPr lang="en-US"/>
        </a:p>
      </dgm:t>
    </dgm:pt>
    <dgm:pt modelId="{65412324-FD72-463A-9EDC-A0B490794D36}" type="sibTrans" cxnId="{5EEDA804-BF0A-42E9-8884-491E47DD48DE}">
      <dgm:prSet/>
      <dgm:spPr/>
      <dgm:t>
        <a:bodyPr/>
        <a:lstStyle/>
        <a:p>
          <a:endParaRPr lang="en-US"/>
        </a:p>
      </dgm:t>
    </dgm:pt>
    <dgm:pt modelId="{98D0C86D-220A-4984-ABFD-0BA1AC335920}">
      <dgm:prSet/>
      <dgm:spPr/>
      <dgm:t>
        <a:bodyPr/>
        <a:lstStyle/>
        <a:p>
          <a:r>
            <a:rPr lang="de-CH"/>
            <a:t>globaler Mittelwert </a:t>
          </a:r>
          <a:endParaRPr lang="en-US"/>
        </a:p>
      </dgm:t>
    </dgm:pt>
    <dgm:pt modelId="{9BF73EDF-1095-422C-9D25-030C0C15A261}" type="parTrans" cxnId="{5BA47AE8-11B2-4329-B8E6-69F163DEA511}">
      <dgm:prSet/>
      <dgm:spPr/>
      <dgm:t>
        <a:bodyPr/>
        <a:lstStyle/>
        <a:p>
          <a:endParaRPr lang="en-US"/>
        </a:p>
      </dgm:t>
    </dgm:pt>
    <dgm:pt modelId="{EA2149A8-0AC4-43DC-94E8-B70D2DC83CC7}" type="sibTrans" cxnId="{5BA47AE8-11B2-4329-B8E6-69F163DEA511}">
      <dgm:prSet/>
      <dgm:spPr/>
      <dgm:t>
        <a:bodyPr/>
        <a:lstStyle/>
        <a:p>
          <a:endParaRPr lang="en-US"/>
        </a:p>
      </dgm:t>
    </dgm:pt>
    <dgm:pt modelId="{059B38F1-42FF-4B9F-90C8-4218DB45C5D9}">
      <dgm:prSet/>
      <dgm:spPr/>
      <dgm:t>
        <a:bodyPr/>
        <a:lstStyle/>
        <a:p>
          <a:r>
            <a:rPr lang="de-CH"/>
            <a:t>Bandpass (0.5 – 5 Hz)</a:t>
          </a:r>
          <a:endParaRPr lang="en-US"/>
        </a:p>
      </dgm:t>
    </dgm:pt>
    <dgm:pt modelId="{81D98684-8DD2-44E1-A7FC-BD850DB1526C}" type="parTrans" cxnId="{73947EB5-CE3F-44C7-A35A-F31F408D25A9}">
      <dgm:prSet/>
      <dgm:spPr/>
      <dgm:t>
        <a:bodyPr/>
        <a:lstStyle/>
        <a:p>
          <a:endParaRPr lang="en-US"/>
        </a:p>
      </dgm:t>
    </dgm:pt>
    <dgm:pt modelId="{A8054BF3-0989-4787-A4BB-9D0A5957E1CE}" type="sibTrans" cxnId="{73947EB5-CE3F-44C7-A35A-F31F408D25A9}">
      <dgm:prSet/>
      <dgm:spPr/>
      <dgm:t>
        <a:bodyPr/>
        <a:lstStyle/>
        <a:p>
          <a:endParaRPr lang="en-US"/>
        </a:p>
      </dgm:t>
    </dgm:pt>
    <dgm:pt modelId="{32447462-0D91-4C2C-8F34-52425A8877DD}">
      <dgm:prSet/>
      <dgm:spPr/>
      <dgm:t>
        <a:bodyPr/>
        <a:lstStyle/>
        <a:p>
          <a:r>
            <a:rPr lang="de-CH"/>
            <a:t>Autokorrelation</a:t>
          </a:r>
          <a:endParaRPr lang="en-US"/>
        </a:p>
      </dgm:t>
    </dgm:pt>
    <dgm:pt modelId="{E7D160B1-53AD-451D-8C76-1A8BB3B4699E}" type="parTrans" cxnId="{BBDCB327-1C3E-4CBA-A5A8-09731EE660DB}">
      <dgm:prSet/>
      <dgm:spPr/>
      <dgm:t>
        <a:bodyPr/>
        <a:lstStyle/>
        <a:p>
          <a:endParaRPr lang="en-US"/>
        </a:p>
      </dgm:t>
    </dgm:pt>
    <dgm:pt modelId="{D6B9B12E-1CBF-4FD4-9B61-B00A486B039A}" type="sibTrans" cxnId="{BBDCB327-1C3E-4CBA-A5A8-09731EE660DB}">
      <dgm:prSet/>
      <dgm:spPr/>
      <dgm:t>
        <a:bodyPr/>
        <a:lstStyle/>
        <a:p>
          <a:endParaRPr lang="en-US"/>
        </a:p>
      </dgm:t>
    </dgm:pt>
    <dgm:pt modelId="{2882B114-FF0C-472E-B8EA-F28C9C339F77}">
      <dgm:prSet/>
      <dgm:spPr/>
      <dgm:t>
        <a:bodyPr/>
        <a:lstStyle/>
        <a:p>
          <a:r>
            <a:rPr lang="de-CH"/>
            <a:t>Peaksuche </a:t>
          </a:r>
          <a:endParaRPr lang="en-US"/>
        </a:p>
      </dgm:t>
    </dgm:pt>
    <dgm:pt modelId="{7000279C-9F66-4344-83BF-24287D5F9082}" type="parTrans" cxnId="{122A8337-4BBC-46BD-90D6-91D1B2A82F11}">
      <dgm:prSet/>
      <dgm:spPr/>
      <dgm:t>
        <a:bodyPr/>
        <a:lstStyle/>
        <a:p>
          <a:endParaRPr lang="en-US"/>
        </a:p>
      </dgm:t>
    </dgm:pt>
    <dgm:pt modelId="{F98F8F8A-4066-476A-A750-B7EA9C49F5CD}" type="sibTrans" cxnId="{122A8337-4BBC-46BD-90D6-91D1B2A82F11}">
      <dgm:prSet/>
      <dgm:spPr/>
      <dgm:t>
        <a:bodyPr/>
        <a:lstStyle/>
        <a:p>
          <a:endParaRPr lang="en-US"/>
        </a:p>
      </dgm:t>
    </dgm:pt>
    <dgm:pt modelId="{CE599B9B-3F43-435C-A213-5784ADD2E245}">
      <dgm:prSet/>
      <dgm:spPr/>
      <dgm:t>
        <a:bodyPr/>
        <a:lstStyle/>
        <a:p>
          <a:r>
            <a:rPr lang="de-CH"/>
            <a:t>Kadenz</a:t>
          </a:r>
          <a:endParaRPr lang="en-US"/>
        </a:p>
      </dgm:t>
    </dgm:pt>
    <dgm:pt modelId="{7424D9BD-A986-49F6-97FF-76303E048DB8}" type="parTrans" cxnId="{5415FABD-9A59-402D-89B8-4DC327C2A811}">
      <dgm:prSet/>
      <dgm:spPr/>
      <dgm:t>
        <a:bodyPr/>
        <a:lstStyle/>
        <a:p>
          <a:endParaRPr lang="en-US"/>
        </a:p>
      </dgm:t>
    </dgm:pt>
    <dgm:pt modelId="{870A4E96-E693-4DE0-8266-218E78B06C5A}" type="sibTrans" cxnId="{5415FABD-9A59-402D-89B8-4DC327C2A811}">
      <dgm:prSet/>
      <dgm:spPr/>
      <dgm:t>
        <a:bodyPr/>
        <a:lstStyle/>
        <a:p>
          <a:endParaRPr lang="en-US"/>
        </a:p>
      </dgm:t>
    </dgm:pt>
    <dgm:pt modelId="{405EFD24-1859-4B81-B77B-870E731C1738}">
      <dgm:prSet/>
      <dgm:spPr/>
      <dgm:t>
        <a:bodyPr/>
        <a:lstStyle/>
        <a:p>
          <a:r>
            <a:rPr lang="de-CH"/>
            <a:t>Schwellwertvergleich</a:t>
          </a:r>
          <a:endParaRPr lang="en-US"/>
        </a:p>
      </dgm:t>
    </dgm:pt>
    <dgm:pt modelId="{90D04794-B353-40A9-AEFB-CCA2A47FA8D8}" type="parTrans" cxnId="{248F5071-44F8-4965-9F6F-EBE0900CA255}">
      <dgm:prSet/>
      <dgm:spPr/>
      <dgm:t>
        <a:bodyPr/>
        <a:lstStyle/>
        <a:p>
          <a:endParaRPr lang="en-US"/>
        </a:p>
      </dgm:t>
    </dgm:pt>
    <dgm:pt modelId="{F7BC28A1-90D1-4A4F-8AC1-AC4AA6A0F505}" type="sibTrans" cxnId="{248F5071-44F8-4965-9F6F-EBE0900CA255}">
      <dgm:prSet/>
      <dgm:spPr/>
      <dgm:t>
        <a:bodyPr/>
        <a:lstStyle/>
        <a:p>
          <a:endParaRPr lang="en-US"/>
        </a:p>
      </dgm:t>
    </dgm:pt>
    <dgm:pt modelId="{4367E7D2-E5F5-43CA-B98E-7B5A6B8BC6E0}">
      <dgm:prSet/>
      <dgm:spPr/>
      <dgm:t>
        <a:bodyPr/>
        <a:lstStyle/>
        <a:p>
          <a:r>
            <a:rPr lang="de-CH"/>
            <a:t>Aktivitätsklasse </a:t>
          </a:r>
          <a:endParaRPr lang="en-US"/>
        </a:p>
      </dgm:t>
    </dgm:pt>
    <dgm:pt modelId="{FBECFA0F-F052-4C0C-823C-FEBC3EC562DF}" type="parTrans" cxnId="{B8BC1F5C-DDEC-4A69-B7DB-2765D870B9B3}">
      <dgm:prSet/>
      <dgm:spPr/>
      <dgm:t>
        <a:bodyPr/>
        <a:lstStyle/>
        <a:p>
          <a:endParaRPr lang="en-US"/>
        </a:p>
      </dgm:t>
    </dgm:pt>
    <dgm:pt modelId="{951E0EF6-F3AD-45E0-B288-A8AC10562308}" type="sibTrans" cxnId="{B8BC1F5C-DDEC-4A69-B7DB-2765D870B9B3}">
      <dgm:prSet/>
      <dgm:spPr/>
      <dgm:t>
        <a:bodyPr/>
        <a:lstStyle/>
        <a:p>
          <a:endParaRPr lang="en-US"/>
        </a:p>
      </dgm:t>
    </dgm:pt>
    <dgm:pt modelId="{23D702C2-1820-410F-94DC-F39D51364BB8}" type="pres">
      <dgm:prSet presAssocID="{64B34B01-F2B2-43B0-924A-F9BF48439D80}" presName="linear" presStyleCnt="0">
        <dgm:presLayoutVars>
          <dgm:animLvl val="lvl"/>
          <dgm:resizeHandles val="exact"/>
        </dgm:presLayoutVars>
      </dgm:prSet>
      <dgm:spPr/>
    </dgm:pt>
    <dgm:pt modelId="{15CFB705-AC0E-49E3-9FC6-CC566F23C060}" type="pres">
      <dgm:prSet presAssocID="{B4D9FF7E-B34B-4C65-BB59-6014ADC35FF6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A52155F9-8634-4F59-882F-4A34838FF2C1}" type="pres">
      <dgm:prSet presAssocID="{EA7A6781-396A-4AC4-B1B4-3C73112E3495}" presName="spacer" presStyleCnt="0"/>
      <dgm:spPr/>
    </dgm:pt>
    <dgm:pt modelId="{99397888-90BA-42B6-9460-EB98A17EDA7E}" type="pres">
      <dgm:prSet presAssocID="{D7A7799A-64BB-44C0-8415-F2B3B21FE248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DAA3A713-C55B-4811-9527-501B4F2C419B}" type="pres">
      <dgm:prSet presAssocID="{65412324-FD72-463A-9EDC-A0B490794D36}" presName="spacer" presStyleCnt="0"/>
      <dgm:spPr/>
    </dgm:pt>
    <dgm:pt modelId="{BF3FEC23-C0A6-4DE4-A84E-050883006AFB}" type="pres">
      <dgm:prSet presAssocID="{98D0C86D-220A-4984-ABFD-0BA1AC33592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CFCEFDD0-8D1E-4C2A-B875-8CA2745EE8CE}" type="pres">
      <dgm:prSet presAssocID="{EA2149A8-0AC4-43DC-94E8-B70D2DC83CC7}" presName="spacer" presStyleCnt="0"/>
      <dgm:spPr/>
    </dgm:pt>
    <dgm:pt modelId="{BE8FA1DF-DCD2-4370-BA5B-2358AE116403}" type="pres">
      <dgm:prSet presAssocID="{059B38F1-42FF-4B9F-90C8-4218DB45C5D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17D7D17-7A31-43CD-AFB1-7AFAF1772840}" type="pres">
      <dgm:prSet presAssocID="{A8054BF3-0989-4787-A4BB-9D0A5957E1CE}" presName="spacer" presStyleCnt="0"/>
      <dgm:spPr/>
    </dgm:pt>
    <dgm:pt modelId="{8F351D32-36FC-467B-9139-C50EFC462A51}" type="pres">
      <dgm:prSet presAssocID="{32447462-0D91-4C2C-8F34-52425A8877DD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5800ADB9-CCC4-44D6-BBD3-372544CC8209}" type="pres">
      <dgm:prSet presAssocID="{D6B9B12E-1CBF-4FD4-9B61-B00A486B039A}" presName="spacer" presStyleCnt="0"/>
      <dgm:spPr/>
    </dgm:pt>
    <dgm:pt modelId="{65946BAF-174F-488B-815C-1C4DF0294E43}" type="pres">
      <dgm:prSet presAssocID="{2882B114-FF0C-472E-B8EA-F28C9C339F77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1AA443F0-85D3-409A-87E5-7189F7268030}" type="pres">
      <dgm:prSet presAssocID="{F98F8F8A-4066-476A-A750-B7EA9C49F5CD}" presName="spacer" presStyleCnt="0"/>
      <dgm:spPr/>
    </dgm:pt>
    <dgm:pt modelId="{31173952-3DC4-4B2B-891C-38EE3CFE0D71}" type="pres">
      <dgm:prSet presAssocID="{CE599B9B-3F43-435C-A213-5784ADD2E245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7861FC89-15D1-49D8-800A-615C36AF5576}" type="pres">
      <dgm:prSet presAssocID="{870A4E96-E693-4DE0-8266-218E78B06C5A}" presName="spacer" presStyleCnt="0"/>
      <dgm:spPr/>
    </dgm:pt>
    <dgm:pt modelId="{8F52D065-9ADA-4BA1-A440-7991DB160B0A}" type="pres">
      <dgm:prSet presAssocID="{405EFD24-1859-4B81-B77B-870E731C1738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C564B6F2-E265-4FA4-A8F9-963AD24A1617}" type="pres">
      <dgm:prSet presAssocID="{F7BC28A1-90D1-4A4F-8AC1-AC4AA6A0F505}" presName="spacer" presStyleCnt="0"/>
      <dgm:spPr/>
    </dgm:pt>
    <dgm:pt modelId="{CAE95523-8980-447E-9603-E9779109362E}" type="pres">
      <dgm:prSet presAssocID="{4367E7D2-E5F5-43CA-B98E-7B5A6B8BC6E0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5EEDA804-BF0A-42E9-8884-491E47DD48DE}" srcId="{64B34B01-F2B2-43B0-924A-F9BF48439D80}" destId="{D7A7799A-64BB-44C0-8415-F2B3B21FE248}" srcOrd="1" destOrd="0" parTransId="{E2E2592C-B5B7-4CB2-ACEB-10983A8C919A}" sibTransId="{65412324-FD72-463A-9EDC-A0B490794D36}"/>
    <dgm:cxn modelId="{9939EE16-0AD5-471D-86EB-8EDF122B47AF}" type="presOf" srcId="{CE599B9B-3F43-435C-A213-5784ADD2E245}" destId="{31173952-3DC4-4B2B-891C-38EE3CFE0D71}" srcOrd="0" destOrd="0" presId="urn:microsoft.com/office/officeart/2005/8/layout/vList2"/>
    <dgm:cxn modelId="{BB5FE919-45E0-423A-8763-A192AFB53CE4}" type="presOf" srcId="{405EFD24-1859-4B81-B77B-870E731C1738}" destId="{8F52D065-9ADA-4BA1-A440-7991DB160B0A}" srcOrd="0" destOrd="0" presId="urn:microsoft.com/office/officeart/2005/8/layout/vList2"/>
    <dgm:cxn modelId="{BBDCB327-1C3E-4CBA-A5A8-09731EE660DB}" srcId="{64B34B01-F2B2-43B0-924A-F9BF48439D80}" destId="{32447462-0D91-4C2C-8F34-52425A8877DD}" srcOrd="4" destOrd="0" parTransId="{E7D160B1-53AD-451D-8C76-1A8BB3B4699E}" sibTransId="{D6B9B12E-1CBF-4FD4-9B61-B00A486B039A}"/>
    <dgm:cxn modelId="{122A8337-4BBC-46BD-90D6-91D1B2A82F11}" srcId="{64B34B01-F2B2-43B0-924A-F9BF48439D80}" destId="{2882B114-FF0C-472E-B8EA-F28C9C339F77}" srcOrd="5" destOrd="0" parTransId="{7000279C-9F66-4344-83BF-24287D5F9082}" sibTransId="{F98F8F8A-4066-476A-A750-B7EA9C49F5CD}"/>
    <dgm:cxn modelId="{5FA5025C-C494-4DD3-A1BE-097270BC0BB6}" type="presOf" srcId="{2882B114-FF0C-472E-B8EA-F28C9C339F77}" destId="{65946BAF-174F-488B-815C-1C4DF0294E43}" srcOrd="0" destOrd="0" presId="urn:microsoft.com/office/officeart/2005/8/layout/vList2"/>
    <dgm:cxn modelId="{B8BC1F5C-DDEC-4A69-B7DB-2765D870B9B3}" srcId="{64B34B01-F2B2-43B0-924A-F9BF48439D80}" destId="{4367E7D2-E5F5-43CA-B98E-7B5A6B8BC6E0}" srcOrd="8" destOrd="0" parTransId="{FBECFA0F-F052-4C0C-823C-FEBC3EC562DF}" sibTransId="{951E0EF6-F3AD-45E0-B288-A8AC10562308}"/>
    <dgm:cxn modelId="{AEE81641-259D-4B35-9AB6-F50C3685D46A}" type="presOf" srcId="{D7A7799A-64BB-44C0-8415-F2B3B21FE248}" destId="{99397888-90BA-42B6-9460-EB98A17EDA7E}" srcOrd="0" destOrd="0" presId="urn:microsoft.com/office/officeart/2005/8/layout/vList2"/>
    <dgm:cxn modelId="{605CBD68-EC87-4F51-814F-1BBF463A3693}" type="presOf" srcId="{64B34B01-F2B2-43B0-924A-F9BF48439D80}" destId="{23D702C2-1820-410F-94DC-F39D51364BB8}" srcOrd="0" destOrd="0" presId="urn:microsoft.com/office/officeart/2005/8/layout/vList2"/>
    <dgm:cxn modelId="{248F5071-44F8-4965-9F6F-EBE0900CA255}" srcId="{64B34B01-F2B2-43B0-924A-F9BF48439D80}" destId="{405EFD24-1859-4B81-B77B-870E731C1738}" srcOrd="7" destOrd="0" parTransId="{90D04794-B353-40A9-AEFB-CCA2A47FA8D8}" sibTransId="{F7BC28A1-90D1-4A4F-8AC1-AC4AA6A0F505}"/>
    <dgm:cxn modelId="{4157BB57-9037-48F9-827E-78865BBA0A5C}" type="presOf" srcId="{98D0C86D-220A-4984-ABFD-0BA1AC335920}" destId="{BF3FEC23-C0A6-4DE4-A84E-050883006AFB}" srcOrd="0" destOrd="0" presId="urn:microsoft.com/office/officeart/2005/8/layout/vList2"/>
    <dgm:cxn modelId="{A71E5F78-2196-461C-89A6-06677C85C7F4}" type="presOf" srcId="{059B38F1-42FF-4B9F-90C8-4218DB45C5D9}" destId="{BE8FA1DF-DCD2-4370-BA5B-2358AE116403}" srcOrd="0" destOrd="0" presId="urn:microsoft.com/office/officeart/2005/8/layout/vList2"/>
    <dgm:cxn modelId="{8FD7397B-6CDC-44C9-B462-CB7EF4ABEE52}" type="presOf" srcId="{4367E7D2-E5F5-43CA-B98E-7B5A6B8BC6E0}" destId="{CAE95523-8980-447E-9603-E9779109362E}" srcOrd="0" destOrd="0" presId="urn:microsoft.com/office/officeart/2005/8/layout/vList2"/>
    <dgm:cxn modelId="{F9010F83-B9F8-4231-9F26-7A359BE81A8C}" type="presOf" srcId="{B4D9FF7E-B34B-4C65-BB59-6014ADC35FF6}" destId="{15CFB705-AC0E-49E3-9FC6-CC566F23C060}" srcOrd="0" destOrd="0" presId="urn:microsoft.com/office/officeart/2005/8/layout/vList2"/>
    <dgm:cxn modelId="{065EA991-94BD-4C76-8E29-8F0581AF8256}" type="presOf" srcId="{32447462-0D91-4C2C-8F34-52425A8877DD}" destId="{8F351D32-36FC-467B-9139-C50EFC462A51}" srcOrd="0" destOrd="0" presId="urn:microsoft.com/office/officeart/2005/8/layout/vList2"/>
    <dgm:cxn modelId="{73947EB5-CE3F-44C7-A35A-F31F408D25A9}" srcId="{64B34B01-F2B2-43B0-924A-F9BF48439D80}" destId="{059B38F1-42FF-4B9F-90C8-4218DB45C5D9}" srcOrd="3" destOrd="0" parTransId="{81D98684-8DD2-44E1-A7FC-BD850DB1526C}" sibTransId="{A8054BF3-0989-4787-A4BB-9D0A5957E1CE}"/>
    <dgm:cxn modelId="{5415FABD-9A59-402D-89B8-4DC327C2A811}" srcId="{64B34B01-F2B2-43B0-924A-F9BF48439D80}" destId="{CE599B9B-3F43-435C-A213-5784ADD2E245}" srcOrd="6" destOrd="0" parTransId="{7424D9BD-A986-49F6-97FF-76303E048DB8}" sibTransId="{870A4E96-E693-4DE0-8266-218E78B06C5A}"/>
    <dgm:cxn modelId="{EF7B32BF-0F28-4C28-8F8F-F13D652976B2}" srcId="{64B34B01-F2B2-43B0-924A-F9BF48439D80}" destId="{B4D9FF7E-B34B-4C65-BB59-6014ADC35FF6}" srcOrd="0" destOrd="0" parTransId="{007C35FE-FB99-47EE-8CA3-CCFACEDB4374}" sibTransId="{EA7A6781-396A-4AC4-B1B4-3C73112E3495}"/>
    <dgm:cxn modelId="{5BA47AE8-11B2-4329-B8E6-69F163DEA511}" srcId="{64B34B01-F2B2-43B0-924A-F9BF48439D80}" destId="{98D0C86D-220A-4984-ABFD-0BA1AC335920}" srcOrd="2" destOrd="0" parTransId="{9BF73EDF-1095-422C-9D25-030C0C15A261}" sibTransId="{EA2149A8-0AC4-43DC-94E8-B70D2DC83CC7}"/>
    <dgm:cxn modelId="{D31A3BF6-017A-4BE4-AB3E-60078F6AA16B}" type="presParOf" srcId="{23D702C2-1820-410F-94DC-F39D51364BB8}" destId="{15CFB705-AC0E-49E3-9FC6-CC566F23C060}" srcOrd="0" destOrd="0" presId="urn:microsoft.com/office/officeart/2005/8/layout/vList2"/>
    <dgm:cxn modelId="{F39960EA-4881-497A-81DE-3065BE2FF989}" type="presParOf" srcId="{23D702C2-1820-410F-94DC-F39D51364BB8}" destId="{A52155F9-8634-4F59-882F-4A34838FF2C1}" srcOrd="1" destOrd="0" presId="urn:microsoft.com/office/officeart/2005/8/layout/vList2"/>
    <dgm:cxn modelId="{7764F227-5926-401E-9F1E-A20927C0283F}" type="presParOf" srcId="{23D702C2-1820-410F-94DC-F39D51364BB8}" destId="{99397888-90BA-42B6-9460-EB98A17EDA7E}" srcOrd="2" destOrd="0" presId="urn:microsoft.com/office/officeart/2005/8/layout/vList2"/>
    <dgm:cxn modelId="{624F2B81-F396-4626-9860-74BA8E7DC52F}" type="presParOf" srcId="{23D702C2-1820-410F-94DC-F39D51364BB8}" destId="{DAA3A713-C55B-4811-9527-501B4F2C419B}" srcOrd="3" destOrd="0" presId="urn:microsoft.com/office/officeart/2005/8/layout/vList2"/>
    <dgm:cxn modelId="{A5D80575-FAB6-49A0-B20B-5B3C660BE917}" type="presParOf" srcId="{23D702C2-1820-410F-94DC-F39D51364BB8}" destId="{BF3FEC23-C0A6-4DE4-A84E-050883006AFB}" srcOrd="4" destOrd="0" presId="urn:microsoft.com/office/officeart/2005/8/layout/vList2"/>
    <dgm:cxn modelId="{4C0A0FDA-717E-4429-BAEE-A19A1AE72759}" type="presParOf" srcId="{23D702C2-1820-410F-94DC-F39D51364BB8}" destId="{CFCEFDD0-8D1E-4C2A-B875-8CA2745EE8CE}" srcOrd="5" destOrd="0" presId="urn:microsoft.com/office/officeart/2005/8/layout/vList2"/>
    <dgm:cxn modelId="{49559285-3E39-4914-874E-F8CB2CD0B378}" type="presParOf" srcId="{23D702C2-1820-410F-94DC-F39D51364BB8}" destId="{BE8FA1DF-DCD2-4370-BA5B-2358AE116403}" srcOrd="6" destOrd="0" presId="urn:microsoft.com/office/officeart/2005/8/layout/vList2"/>
    <dgm:cxn modelId="{71A81AA6-B6F6-411F-B097-C25EFB3203B0}" type="presParOf" srcId="{23D702C2-1820-410F-94DC-F39D51364BB8}" destId="{517D7D17-7A31-43CD-AFB1-7AFAF1772840}" srcOrd="7" destOrd="0" presId="urn:microsoft.com/office/officeart/2005/8/layout/vList2"/>
    <dgm:cxn modelId="{3EF4DA27-ECD8-454E-B570-E9FE2DB53ED7}" type="presParOf" srcId="{23D702C2-1820-410F-94DC-F39D51364BB8}" destId="{8F351D32-36FC-467B-9139-C50EFC462A51}" srcOrd="8" destOrd="0" presId="urn:microsoft.com/office/officeart/2005/8/layout/vList2"/>
    <dgm:cxn modelId="{F4FA4143-DC0A-429A-BD33-DFD53982957E}" type="presParOf" srcId="{23D702C2-1820-410F-94DC-F39D51364BB8}" destId="{5800ADB9-CCC4-44D6-BBD3-372544CC8209}" srcOrd="9" destOrd="0" presId="urn:microsoft.com/office/officeart/2005/8/layout/vList2"/>
    <dgm:cxn modelId="{13CEA007-90F2-4B1D-865D-E18078C8807D}" type="presParOf" srcId="{23D702C2-1820-410F-94DC-F39D51364BB8}" destId="{65946BAF-174F-488B-815C-1C4DF0294E43}" srcOrd="10" destOrd="0" presId="urn:microsoft.com/office/officeart/2005/8/layout/vList2"/>
    <dgm:cxn modelId="{1A94EF8B-A8CD-4978-B164-21BBC6169A8A}" type="presParOf" srcId="{23D702C2-1820-410F-94DC-F39D51364BB8}" destId="{1AA443F0-85D3-409A-87E5-7189F7268030}" srcOrd="11" destOrd="0" presId="urn:microsoft.com/office/officeart/2005/8/layout/vList2"/>
    <dgm:cxn modelId="{6CEF41B1-242B-4139-A36F-54E3171E78E1}" type="presParOf" srcId="{23D702C2-1820-410F-94DC-F39D51364BB8}" destId="{31173952-3DC4-4B2B-891C-38EE3CFE0D71}" srcOrd="12" destOrd="0" presId="urn:microsoft.com/office/officeart/2005/8/layout/vList2"/>
    <dgm:cxn modelId="{269B2746-EA7F-4591-B26C-2619B458DF0C}" type="presParOf" srcId="{23D702C2-1820-410F-94DC-F39D51364BB8}" destId="{7861FC89-15D1-49D8-800A-615C36AF5576}" srcOrd="13" destOrd="0" presId="urn:microsoft.com/office/officeart/2005/8/layout/vList2"/>
    <dgm:cxn modelId="{8628C869-907B-4AB5-8DDB-E8BA0EC44EAE}" type="presParOf" srcId="{23D702C2-1820-410F-94DC-F39D51364BB8}" destId="{8F52D065-9ADA-4BA1-A440-7991DB160B0A}" srcOrd="14" destOrd="0" presId="urn:microsoft.com/office/officeart/2005/8/layout/vList2"/>
    <dgm:cxn modelId="{BF0BE4A5-940A-4203-BEB8-91A03FB026F1}" type="presParOf" srcId="{23D702C2-1820-410F-94DC-F39D51364BB8}" destId="{C564B6F2-E265-4FA4-A8F9-963AD24A1617}" srcOrd="15" destOrd="0" presId="urn:microsoft.com/office/officeart/2005/8/layout/vList2"/>
    <dgm:cxn modelId="{EFE8412F-E89C-44D4-947D-E4FBA04D4E25}" type="presParOf" srcId="{23D702C2-1820-410F-94DC-F39D51364BB8}" destId="{CAE95523-8980-447E-9603-E9779109362E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C7F072-1F1C-4415-94C9-404532DAAF2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6A99F6-292E-48D6-B1D9-9099CE3C3B95}">
      <dgm:prSet/>
      <dgm:spPr/>
      <dgm:t>
        <a:bodyPr/>
        <a:lstStyle/>
        <a:p>
          <a:r>
            <a:rPr lang="de-CH"/>
            <a:t>total_acc_magnitude() </a:t>
          </a:r>
          <a:endParaRPr lang="en-US"/>
        </a:p>
      </dgm:t>
    </dgm:pt>
    <dgm:pt modelId="{7FB72937-4742-4D81-94BE-39E2DB59DB5F}" type="parTrans" cxnId="{5F355BE2-2740-450D-ABE1-FAF5FDFE04C4}">
      <dgm:prSet/>
      <dgm:spPr/>
      <dgm:t>
        <a:bodyPr/>
        <a:lstStyle/>
        <a:p>
          <a:endParaRPr lang="en-US"/>
        </a:p>
      </dgm:t>
    </dgm:pt>
    <dgm:pt modelId="{87E8DD85-3B70-4A67-800B-D5E4BFF8A14C}" type="sibTrans" cxnId="{5F355BE2-2740-450D-ABE1-FAF5FDFE04C4}">
      <dgm:prSet/>
      <dgm:spPr/>
      <dgm:t>
        <a:bodyPr/>
        <a:lstStyle/>
        <a:p>
          <a:endParaRPr lang="en-US"/>
        </a:p>
      </dgm:t>
    </dgm:pt>
    <dgm:pt modelId="{66008015-20BA-4C9C-9F80-513B08379BCD}">
      <dgm:prSet/>
      <dgm:spPr/>
      <dgm:t>
        <a:bodyPr/>
        <a:lstStyle/>
        <a:p>
          <a:r>
            <a:rPr lang="de-CH"/>
            <a:t>bandpass_filter() </a:t>
          </a:r>
          <a:endParaRPr lang="en-US"/>
        </a:p>
      </dgm:t>
    </dgm:pt>
    <dgm:pt modelId="{C91C603E-796A-4F30-9054-D93C7F85D715}" type="parTrans" cxnId="{17D87538-E13B-4D34-81D0-D238735A4FF3}">
      <dgm:prSet/>
      <dgm:spPr/>
      <dgm:t>
        <a:bodyPr/>
        <a:lstStyle/>
        <a:p>
          <a:endParaRPr lang="en-US"/>
        </a:p>
      </dgm:t>
    </dgm:pt>
    <dgm:pt modelId="{9C38C4E8-0CC4-4662-9946-D3E90C5C1246}" type="sibTrans" cxnId="{17D87538-E13B-4D34-81D0-D238735A4FF3}">
      <dgm:prSet/>
      <dgm:spPr/>
      <dgm:t>
        <a:bodyPr/>
        <a:lstStyle/>
        <a:p>
          <a:endParaRPr lang="en-US"/>
        </a:p>
      </dgm:t>
    </dgm:pt>
    <dgm:pt modelId="{5A01A371-DBCF-4971-A331-F266C15CF78F}">
      <dgm:prSet/>
      <dgm:spPr/>
      <dgm:t>
        <a:bodyPr/>
        <a:lstStyle/>
        <a:p>
          <a:r>
            <a:rPr lang="de-CH"/>
            <a:t>estimate_cadence() </a:t>
          </a:r>
          <a:endParaRPr lang="en-US"/>
        </a:p>
      </dgm:t>
    </dgm:pt>
    <dgm:pt modelId="{11D1E33C-0DDB-4F06-A0D0-8C3C6ABA95A1}" type="parTrans" cxnId="{77A83AFC-6DC2-4889-B532-BC840650C966}">
      <dgm:prSet/>
      <dgm:spPr/>
      <dgm:t>
        <a:bodyPr/>
        <a:lstStyle/>
        <a:p>
          <a:endParaRPr lang="en-US"/>
        </a:p>
      </dgm:t>
    </dgm:pt>
    <dgm:pt modelId="{C26FD004-497A-4F4E-A920-F2BF190BD42D}" type="sibTrans" cxnId="{77A83AFC-6DC2-4889-B532-BC840650C966}">
      <dgm:prSet/>
      <dgm:spPr/>
      <dgm:t>
        <a:bodyPr/>
        <a:lstStyle/>
        <a:p>
          <a:endParaRPr lang="en-US"/>
        </a:p>
      </dgm:t>
    </dgm:pt>
    <dgm:pt modelId="{1CFBEC95-00FB-4EDD-9A53-172860D8EF98}">
      <dgm:prSet/>
      <dgm:spPr/>
      <dgm:t>
        <a:bodyPr/>
        <a:lstStyle/>
        <a:p>
          <a:r>
            <a:rPr lang="de-CH"/>
            <a:t>classify_activity() </a:t>
          </a:r>
          <a:endParaRPr lang="en-US"/>
        </a:p>
      </dgm:t>
    </dgm:pt>
    <dgm:pt modelId="{5CD53387-8B64-4ECE-BA37-1EF368CE2E87}" type="parTrans" cxnId="{A1EE61EF-5103-4F77-AF4D-F14C81A92A34}">
      <dgm:prSet/>
      <dgm:spPr/>
      <dgm:t>
        <a:bodyPr/>
        <a:lstStyle/>
        <a:p>
          <a:endParaRPr lang="en-US"/>
        </a:p>
      </dgm:t>
    </dgm:pt>
    <dgm:pt modelId="{B5EBE685-8F9F-4F9B-AE4B-BA62FA74B26D}" type="sibTrans" cxnId="{A1EE61EF-5103-4F77-AF4D-F14C81A92A34}">
      <dgm:prSet/>
      <dgm:spPr/>
      <dgm:t>
        <a:bodyPr/>
        <a:lstStyle/>
        <a:p>
          <a:endParaRPr lang="en-US"/>
        </a:p>
      </dgm:t>
    </dgm:pt>
    <dgm:pt modelId="{8EE10B06-ADDB-4A99-B394-2EAAE264F78E}" type="pres">
      <dgm:prSet presAssocID="{F1C7F072-1F1C-4415-94C9-404532DAAF2A}" presName="outerComposite" presStyleCnt="0">
        <dgm:presLayoutVars>
          <dgm:chMax val="5"/>
          <dgm:dir/>
          <dgm:resizeHandles val="exact"/>
        </dgm:presLayoutVars>
      </dgm:prSet>
      <dgm:spPr/>
    </dgm:pt>
    <dgm:pt modelId="{CFA8491C-2E14-4B25-96C2-4CB3373AD988}" type="pres">
      <dgm:prSet presAssocID="{F1C7F072-1F1C-4415-94C9-404532DAAF2A}" presName="dummyMaxCanvas" presStyleCnt="0">
        <dgm:presLayoutVars/>
      </dgm:prSet>
      <dgm:spPr/>
    </dgm:pt>
    <dgm:pt modelId="{A4EB9D16-5142-4DF3-8B87-205FFC292EDF}" type="pres">
      <dgm:prSet presAssocID="{F1C7F072-1F1C-4415-94C9-404532DAAF2A}" presName="FourNodes_1" presStyleLbl="node1" presStyleIdx="0" presStyleCnt="4">
        <dgm:presLayoutVars>
          <dgm:bulletEnabled val="1"/>
        </dgm:presLayoutVars>
      </dgm:prSet>
      <dgm:spPr/>
    </dgm:pt>
    <dgm:pt modelId="{295075BA-63A2-4374-80C3-371FFA2477E4}" type="pres">
      <dgm:prSet presAssocID="{F1C7F072-1F1C-4415-94C9-404532DAAF2A}" presName="FourNodes_2" presStyleLbl="node1" presStyleIdx="1" presStyleCnt="4">
        <dgm:presLayoutVars>
          <dgm:bulletEnabled val="1"/>
        </dgm:presLayoutVars>
      </dgm:prSet>
      <dgm:spPr/>
    </dgm:pt>
    <dgm:pt modelId="{2CA7BCEE-AAF4-4A8F-92FB-77A85811FBAD}" type="pres">
      <dgm:prSet presAssocID="{F1C7F072-1F1C-4415-94C9-404532DAAF2A}" presName="FourNodes_3" presStyleLbl="node1" presStyleIdx="2" presStyleCnt="4">
        <dgm:presLayoutVars>
          <dgm:bulletEnabled val="1"/>
        </dgm:presLayoutVars>
      </dgm:prSet>
      <dgm:spPr/>
    </dgm:pt>
    <dgm:pt modelId="{6E068206-304A-4649-BE67-6C3E0826D633}" type="pres">
      <dgm:prSet presAssocID="{F1C7F072-1F1C-4415-94C9-404532DAAF2A}" presName="FourNodes_4" presStyleLbl="node1" presStyleIdx="3" presStyleCnt="4">
        <dgm:presLayoutVars>
          <dgm:bulletEnabled val="1"/>
        </dgm:presLayoutVars>
      </dgm:prSet>
      <dgm:spPr/>
    </dgm:pt>
    <dgm:pt modelId="{5E43B748-654D-4141-8C8E-724E535CF065}" type="pres">
      <dgm:prSet presAssocID="{F1C7F072-1F1C-4415-94C9-404532DAAF2A}" presName="FourConn_1-2" presStyleLbl="fgAccFollowNode1" presStyleIdx="0" presStyleCnt="3">
        <dgm:presLayoutVars>
          <dgm:bulletEnabled val="1"/>
        </dgm:presLayoutVars>
      </dgm:prSet>
      <dgm:spPr/>
    </dgm:pt>
    <dgm:pt modelId="{DA911D91-AE6A-4750-B04E-91FD959C48F3}" type="pres">
      <dgm:prSet presAssocID="{F1C7F072-1F1C-4415-94C9-404532DAAF2A}" presName="FourConn_2-3" presStyleLbl="fgAccFollowNode1" presStyleIdx="1" presStyleCnt="3">
        <dgm:presLayoutVars>
          <dgm:bulletEnabled val="1"/>
        </dgm:presLayoutVars>
      </dgm:prSet>
      <dgm:spPr/>
    </dgm:pt>
    <dgm:pt modelId="{07587E15-6B73-44DD-BF6D-1F18C96FDFCB}" type="pres">
      <dgm:prSet presAssocID="{F1C7F072-1F1C-4415-94C9-404532DAAF2A}" presName="FourConn_3-4" presStyleLbl="fgAccFollowNode1" presStyleIdx="2" presStyleCnt="3">
        <dgm:presLayoutVars>
          <dgm:bulletEnabled val="1"/>
        </dgm:presLayoutVars>
      </dgm:prSet>
      <dgm:spPr/>
    </dgm:pt>
    <dgm:pt modelId="{7599CD2F-5BF0-4174-8654-2C157612C8F6}" type="pres">
      <dgm:prSet presAssocID="{F1C7F072-1F1C-4415-94C9-404532DAAF2A}" presName="FourNodes_1_text" presStyleLbl="node1" presStyleIdx="3" presStyleCnt="4">
        <dgm:presLayoutVars>
          <dgm:bulletEnabled val="1"/>
        </dgm:presLayoutVars>
      </dgm:prSet>
      <dgm:spPr/>
    </dgm:pt>
    <dgm:pt modelId="{AD26828A-4E0A-4D8B-A9EA-A9DE749AFBCD}" type="pres">
      <dgm:prSet presAssocID="{F1C7F072-1F1C-4415-94C9-404532DAAF2A}" presName="FourNodes_2_text" presStyleLbl="node1" presStyleIdx="3" presStyleCnt="4">
        <dgm:presLayoutVars>
          <dgm:bulletEnabled val="1"/>
        </dgm:presLayoutVars>
      </dgm:prSet>
      <dgm:spPr/>
    </dgm:pt>
    <dgm:pt modelId="{5B219D89-5B70-49EB-9717-8E15C19573CD}" type="pres">
      <dgm:prSet presAssocID="{F1C7F072-1F1C-4415-94C9-404532DAAF2A}" presName="FourNodes_3_text" presStyleLbl="node1" presStyleIdx="3" presStyleCnt="4">
        <dgm:presLayoutVars>
          <dgm:bulletEnabled val="1"/>
        </dgm:presLayoutVars>
      </dgm:prSet>
      <dgm:spPr/>
    </dgm:pt>
    <dgm:pt modelId="{6737E15E-9636-4AD2-9425-6F34DF6460E7}" type="pres">
      <dgm:prSet presAssocID="{F1C7F072-1F1C-4415-94C9-404532DAAF2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E65C611-5162-4EA2-96A9-9E3A52D414C3}" type="presOf" srcId="{66008015-20BA-4C9C-9F80-513B08379BCD}" destId="{295075BA-63A2-4374-80C3-371FFA2477E4}" srcOrd="0" destOrd="0" presId="urn:microsoft.com/office/officeart/2005/8/layout/vProcess5"/>
    <dgm:cxn modelId="{CE11421C-1E34-4D6D-9563-01B885F97C7C}" type="presOf" srcId="{87E8DD85-3B70-4A67-800B-D5E4BFF8A14C}" destId="{5E43B748-654D-4141-8C8E-724E535CF065}" srcOrd="0" destOrd="0" presId="urn:microsoft.com/office/officeart/2005/8/layout/vProcess5"/>
    <dgm:cxn modelId="{17D87538-E13B-4D34-81D0-D238735A4FF3}" srcId="{F1C7F072-1F1C-4415-94C9-404532DAAF2A}" destId="{66008015-20BA-4C9C-9F80-513B08379BCD}" srcOrd="1" destOrd="0" parTransId="{C91C603E-796A-4F30-9054-D93C7F85D715}" sibTransId="{9C38C4E8-0CC4-4662-9946-D3E90C5C1246}"/>
    <dgm:cxn modelId="{67705A40-F554-4640-9399-6868E3CC5886}" type="presOf" srcId="{616A99F6-292E-48D6-B1D9-9099CE3C3B95}" destId="{7599CD2F-5BF0-4174-8654-2C157612C8F6}" srcOrd="1" destOrd="0" presId="urn:microsoft.com/office/officeart/2005/8/layout/vProcess5"/>
    <dgm:cxn modelId="{8FA2755C-A9E2-4CB2-AFF3-F2446933CE4A}" type="presOf" srcId="{616A99F6-292E-48D6-B1D9-9099CE3C3B95}" destId="{A4EB9D16-5142-4DF3-8B87-205FFC292EDF}" srcOrd="0" destOrd="0" presId="urn:microsoft.com/office/officeart/2005/8/layout/vProcess5"/>
    <dgm:cxn modelId="{CBB66445-2A1D-42F6-B64E-8754C2B8DAE0}" type="presOf" srcId="{66008015-20BA-4C9C-9F80-513B08379BCD}" destId="{AD26828A-4E0A-4D8B-A9EA-A9DE749AFBCD}" srcOrd="1" destOrd="0" presId="urn:microsoft.com/office/officeart/2005/8/layout/vProcess5"/>
    <dgm:cxn modelId="{3A5C4F7F-A9AA-4965-87E9-7B8BDEF1B9BE}" type="presOf" srcId="{9C38C4E8-0CC4-4662-9946-D3E90C5C1246}" destId="{DA911D91-AE6A-4750-B04E-91FD959C48F3}" srcOrd="0" destOrd="0" presId="urn:microsoft.com/office/officeart/2005/8/layout/vProcess5"/>
    <dgm:cxn modelId="{9154CD85-2113-4EFA-9350-85AE969E5086}" type="presOf" srcId="{C26FD004-497A-4F4E-A920-F2BF190BD42D}" destId="{07587E15-6B73-44DD-BF6D-1F18C96FDFCB}" srcOrd="0" destOrd="0" presId="urn:microsoft.com/office/officeart/2005/8/layout/vProcess5"/>
    <dgm:cxn modelId="{9BADC489-DC61-42CD-A80B-3CDF6DDA0312}" type="presOf" srcId="{5A01A371-DBCF-4971-A331-F266C15CF78F}" destId="{5B219D89-5B70-49EB-9717-8E15C19573CD}" srcOrd="1" destOrd="0" presId="urn:microsoft.com/office/officeart/2005/8/layout/vProcess5"/>
    <dgm:cxn modelId="{5A2C308D-90C4-4809-A763-6A69B8569293}" type="presOf" srcId="{5A01A371-DBCF-4971-A331-F266C15CF78F}" destId="{2CA7BCEE-AAF4-4A8F-92FB-77A85811FBAD}" srcOrd="0" destOrd="0" presId="urn:microsoft.com/office/officeart/2005/8/layout/vProcess5"/>
    <dgm:cxn modelId="{0792CA9D-D443-4601-AFE4-1CF632140A56}" type="presOf" srcId="{1CFBEC95-00FB-4EDD-9A53-172860D8EF98}" destId="{6E068206-304A-4649-BE67-6C3E0826D633}" srcOrd="0" destOrd="0" presId="urn:microsoft.com/office/officeart/2005/8/layout/vProcess5"/>
    <dgm:cxn modelId="{8B66AEBC-2CF9-49DE-97F5-46CC0F710290}" type="presOf" srcId="{F1C7F072-1F1C-4415-94C9-404532DAAF2A}" destId="{8EE10B06-ADDB-4A99-B394-2EAAE264F78E}" srcOrd="0" destOrd="0" presId="urn:microsoft.com/office/officeart/2005/8/layout/vProcess5"/>
    <dgm:cxn modelId="{8C122DC7-BB3C-4B2E-847B-F9B35098E600}" type="presOf" srcId="{1CFBEC95-00FB-4EDD-9A53-172860D8EF98}" destId="{6737E15E-9636-4AD2-9425-6F34DF6460E7}" srcOrd="1" destOrd="0" presId="urn:microsoft.com/office/officeart/2005/8/layout/vProcess5"/>
    <dgm:cxn modelId="{5F355BE2-2740-450D-ABE1-FAF5FDFE04C4}" srcId="{F1C7F072-1F1C-4415-94C9-404532DAAF2A}" destId="{616A99F6-292E-48D6-B1D9-9099CE3C3B95}" srcOrd="0" destOrd="0" parTransId="{7FB72937-4742-4D81-94BE-39E2DB59DB5F}" sibTransId="{87E8DD85-3B70-4A67-800B-D5E4BFF8A14C}"/>
    <dgm:cxn modelId="{A1EE61EF-5103-4F77-AF4D-F14C81A92A34}" srcId="{F1C7F072-1F1C-4415-94C9-404532DAAF2A}" destId="{1CFBEC95-00FB-4EDD-9A53-172860D8EF98}" srcOrd="3" destOrd="0" parTransId="{5CD53387-8B64-4ECE-BA37-1EF368CE2E87}" sibTransId="{B5EBE685-8F9F-4F9B-AE4B-BA62FA74B26D}"/>
    <dgm:cxn modelId="{77A83AFC-6DC2-4889-B532-BC840650C966}" srcId="{F1C7F072-1F1C-4415-94C9-404532DAAF2A}" destId="{5A01A371-DBCF-4971-A331-F266C15CF78F}" srcOrd="2" destOrd="0" parTransId="{11D1E33C-0DDB-4F06-A0D0-8C3C6ABA95A1}" sibTransId="{C26FD004-497A-4F4E-A920-F2BF190BD42D}"/>
    <dgm:cxn modelId="{35568589-40D8-4990-9EC8-C8B2886856DA}" type="presParOf" srcId="{8EE10B06-ADDB-4A99-B394-2EAAE264F78E}" destId="{CFA8491C-2E14-4B25-96C2-4CB3373AD988}" srcOrd="0" destOrd="0" presId="urn:microsoft.com/office/officeart/2005/8/layout/vProcess5"/>
    <dgm:cxn modelId="{85529DDC-8916-40D9-AE6A-36924A2BF896}" type="presParOf" srcId="{8EE10B06-ADDB-4A99-B394-2EAAE264F78E}" destId="{A4EB9D16-5142-4DF3-8B87-205FFC292EDF}" srcOrd="1" destOrd="0" presId="urn:microsoft.com/office/officeart/2005/8/layout/vProcess5"/>
    <dgm:cxn modelId="{E12BBBFA-9963-451D-9A05-91BD60A36F9B}" type="presParOf" srcId="{8EE10B06-ADDB-4A99-B394-2EAAE264F78E}" destId="{295075BA-63A2-4374-80C3-371FFA2477E4}" srcOrd="2" destOrd="0" presId="urn:microsoft.com/office/officeart/2005/8/layout/vProcess5"/>
    <dgm:cxn modelId="{8C6495EA-3033-492A-BCF5-0D5CB326EC1A}" type="presParOf" srcId="{8EE10B06-ADDB-4A99-B394-2EAAE264F78E}" destId="{2CA7BCEE-AAF4-4A8F-92FB-77A85811FBAD}" srcOrd="3" destOrd="0" presId="urn:microsoft.com/office/officeart/2005/8/layout/vProcess5"/>
    <dgm:cxn modelId="{84E6DF7D-5347-43F3-AE37-FFBAB8ECFD15}" type="presParOf" srcId="{8EE10B06-ADDB-4A99-B394-2EAAE264F78E}" destId="{6E068206-304A-4649-BE67-6C3E0826D633}" srcOrd="4" destOrd="0" presId="urn:microsoft.com/office/officeart/2005/8/layout/vProcess5"/>
    <dgm:cxn modelId="{7899A14B-6C5D-4339-8F2B-EE4A7F5994CD}" type="presParOf" srcId="{8EE10B06-ADDB-4A99-B394-2EAAE264F78E}" destId="{5E43B748-654D-4141-8C8E-724E535CF065}" srcOrd="5" destOrd="0" presId="urn:microsoft.com/office/officeart/2005/8/layout/vProcess5"/>
    <dgm:cxn modelId="{6FCD1CB2-4195-4E0C-9B95-7BC08AEFBE94}" type="presParOf" srcId="{8EE10B06-ADDB-4A99-B394-2EAAE264F78E}" destId="{DA911D91-AE6A-4750-B04E-91FD959C48F3}" srcOrd="6" destOrd="0" presId="urn:microsoft.com/office/officeart/2005/8/layout/vProcess5"/>
    <dgm:cxn modelId="{C64B015B-72CA-4380-8FC2-A6D307BF6209}" type="presParOf" srcId="{8EE10B06-ADDB-4A99-B394-2EAAE264F78E}" destId="{07587E15-6B73-44DD-BF6D-1F18C96FDFCB}" srcOrd="7" destOrd="0" presId="urn:microsoft.com/office/officeart/2005/8/layout/vProcess5"/>
    <dgm:cxn modelId="{C7A7171E-6B30-480E-99F2-401386504691}" type="presParOf" srcId="{8EE10B06-ADDB-4A99-B394-2EAAE264F78E}" destId="{7599CD2F-5BF0-4174-8654-2C157612C8F6}" srcOrd="8" destOrd="0" presId="urn:microsoft.com/office/officeart/2005/8/layout/vProcess5"/>
    <dgm:cxn modelId="{B8AB099F-BE0B-478E-9119-1F8E6E004EF6}" type="presParOf" srcId="{8EE10B06-ADDB-4A99-B394-2EAAE264F78E}" destId="{AD26828A-4E0A-4D8B-A9EA-A9DE749AFBCD}" srcOrd="9" destOrd="0" presId="urn:microsoft.com/office/officeart/2005/8/layout/vProcess5"/>
    <dgm:cxn modelId="{F726CABC-2882-4E70-9824-A0725E4196AB}" type="presParOf" srcId="{8EE10B06-ADDB-4A99-B394-2EAAE264F78E}" destId="{5B219D89-5B70-49EB-9717-8E15C19573CD}" srcOrd="10" destOrd="0" presId="urn:microsoft.com/office/officeart/2005/8/layout/vProcess5"/>
    <dgm:cxn modelId="{A1260F13-F0C4-4A9D-9947-9C1CA2518559}" type="presParOf" srcId="{8EE10B06-ADDB-4A99-B394-2EAAE264F78E}" destId="{6737E15E-9636-4AD2-9425-6F34DF6460E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F9DEDA-B90E-43C7-83CC-3CC51C0B67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6F08A4-A3C3-495E-B1C3-46A0E3794A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b="1" dirty="0"/>
            <a:t>Testdatensatz:</a:t>
          </a:r>
          <a:r>
            <a:rPr lang="de-CH" dirty="0"/>
            <a:t> 79 Pickle‑Dateien (Ground Truth aus Dateinamen)</a:t>
          </a:r>
          <a:endParaRPr lang="en-US" dirty="0"/>
        </a:p>
      </dgm:t>
    </dgm:pt>
    <dgm:pt modelId="{EA1EBF89-2C5A-4527-B743-0F499F2ED911}" type="parTrans" cxnId="{AED8D0E2-0A1A-4056-9EF9-043E14BC8BDF}">
      <dgm:prSet/>
      <dgm:spPr/>
      <dgm:t>
        <a:bodyPr/>
        <a:lstStyle/>
        <a:p>
          <a:endParaRPr lang="en-US"/>
        </a:p>
      </dgm:t>
    </dgm:pt>
    <dgm:pt modelId="{F94B945F-2EA4-4609-A004-B69F9289A1D4}" type="sibTrans" cxnId="{AED8D0E2-0A1A-4056-9EF9-043E14BC8BDF}">
      <dgm:prSet/>
      <dgm:spPr/>
      <dgm:t>
        <a:bodyPr/>
        <a:lstStyle/>
        <a:p>
          <a:endParaRPr lang="en-US"/>
        </a:p>
      </dgm:t>
    </dgm:pt>
    <dgm:pt modelId="{928BFB6E-FB61-4C5F-988B-1A425D51E4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b="1"/>
            <a:t>Evaluationskriterien:</a:t>
          </a:r>
          <a:endParaRPr lang="en-US"/>
        </a:p>
      </dgm:t>
    </dgm:pt>
    <dgm:pt modelId="{4C69DA7F-6360-43F1-BC4C-4DEFCCB059F5}" type="parTrans" cxnId="{7E7E5DE6-5B03-482E-B510-C9932BD541C6}">
      <dgm:prSet/>
      <dgm:spPr/>
      <dgm:t>
        <a:bodyPr/>
        <a:lstStyle/>
        <a:p>
          <a:endParaRPr lang="en-US"/>
        </a:p>
      </dgm:t>
    </dgm:pt>
    <dgm:pt modelId="{F87BD495-6070-49BB-AB0D-1B6BF0E93C9F}" type="sibTrans" cxnId="{7E7E5DE6-5B03-482E-B510-C9932BD541C6}">
      <dgm:prSet/>
      <dgm:spPr/>
      <dgm:t>
        <a:bodyPr/>
        <a:lstStyle/>
        <a:p>
          <a:endParaRPr lang="en-US"/>
        </a:p>
      </dgm:t>
    </dgm:pt>
    <dgm:pt modelId="{96FE94B0-59CD-4960-B37C-BE56E8729D60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/>
            <a:t>Blockweise </a:t>
          </a:r>
          <a:r>
            <a:rPr lang="de-CH" dirty="0" err="1"/>
            <a:t>Accuracy</a:t>
          </a:r>
          <a:r>
            <a:rPr lang="de-CH" dirty="0"/>
            <a:t> (5‑s‑Blöcke)</a:t>
          </a:r>
          <a:endParaRPr lang="en-US" dirty="0"/>
        </a:p>
      </dgm:t>
    </dgm:pt>
    <dgm:pt modelId="{AC05A70E-528D-424F-9A91-3727459F663E}" type="parTrans" cxnId="{76191129-5DDB-46E7-B45D-6C33B0C9A60F}">
      <dgm:prSet/>
      <dgm:spPr/>
      <dgm:t>
        <a:bodyPr/>
        <a:lstStyle/>
        <a:p>
          <a:endParaRPr lang="en-US"/>
        </a:p>
      </dgm:t>
    </dgm:pt>
    <dgm:pt modelId="{3C37B7F9-EBEC-4DF7-96D3-0BCE08138C79}" type="sibTrans" cxnId="{76191129-5DDB-46E7-B45D-6C33B0C9A60F}">
      <dgm:prSet/>
      <dgm:spPr/>
      <dgm:t>
        <a:bodyPr/>
        <a:lstStyle/>
        <a:p>
          <a:endParaRPr lang="en-US"/>
        </a:p>
      </dgm:t>
    </dgm:pt>
    <dgm:pt modelId="{F405103C-9802-4B9D-A451-C0E583BD8B5C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Recall pro Klasse</a:t>
          </a:r>
          <a:endParaRPr lang="en-US"/>
        </a:p>
      </dgm:t>
    </dgm:pt>
    <dgm:pt modelId="{FE759D2D-860D-4353-8401-A68E35AF9CCC}" type="parTrans" cxnId="{1E393806-5E4B-44C6-A5B7-AEC778442483}">
      <dgm:prSet/>
      <dgm:spPr/>
      <dgm:t>
        <a:bodyPr/>
        <a:lstStyle/>
        <a:p>
          <a:endParaRPr lang="en-US"/>
        </a:p>
      </dgm:t>
    </dgm:pt>
    <dgm:pt modelId="{90418A44-77D5-47FE-93E4-AE04EA8A46C5}" type="sibTrans" cxnId="{1E393806-5E4B-44C6-A5B7-AEC778442483}">
      <dgm:prSet/>
      <dgm:spPr/>
      <dgm:t>
        <a:bodyPr/>
        <a:lstStyle/>
        <a:p>
          <a:endParaRPr lang="en-US"/>
        </a:p>
      </dgm:t>
    </dgm:pt>
    <dgm:pt modelId="{5DF39AD1-B2E1-44B8-955F-98F8908E955E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Confusion Matrix</a:t>
          </a:r>
          <a:endParaRPr lang="en-US"/>
        </a:p>
      </dgm:t>
    </dgm:pt>
    <dgm:pt modelId="{C9AA781A-F298-434C-9285-88CB37392E21}" type="parTrans" cxnId="{212F2B04-AD76-4E22-969C-BFE83A67BF0E}">
      <dgm:prSet/>
      <dgm:spPr/>
      <dgm:t>
        <a:bodyPr/>
        <a:lstStyle/>
        <a:p>
          <a:endParaRPr lang="en-US"/>
        </a:p>
      </dgm:t>
    </dgm:pt>
    <dgm:pt modelId="{B3E210C1-9536-426E-9D62-4DF2BC6B7588}" type="sibTrans" cxnId="{212F2B04-AD76-4E22-969C-BFE83A67BF0E}">
      <dgm:prSet/>
      <dgm:spPr/>
      <dgm:t>
        <a:bodyPr/>
        <a:lstStyle/>
        <a:p>
          <a:endParaRPr lang="en-US"/>
        </a:p>
      </dgm:t>
    </dgm:pt>
    <dgm:pt modelId="{E4A2D282-BE00-48FA-AEB9-CB4A97C2E5DC}" type="pres">
      <dgm:prSet presAssocID="{0BF9DEDA-B90E-43C7-83CC-3CC51C0B67E6}" presName="root" presStyleCnt="0">
        <dgm:presLayoutVars>
          <dgm:dir/>
          <dgm:resizeHandles val="exact"/>
        </dgm:presLayoutVars>
      </dgm:prSet>
      <dgm:spPr/>
    </dgm:pt>
    <dgm:pt modelId="{09E7598F-2A93-4E53-8FCE-530A7D603F32}" type="pres">
      <dgm:prSet presAssocID="{DA6F08A4-A3C3-495E-B1C3-46A0E3794A46}" presName="compNode" presStyleCnt="0"/>
      <dgm:spPr/>
    </dgm:pt>
    <dgm:pt modelId="{63788761-2DF1-4737-BE70-8D1144EE7AA4}" type="pres">
      <dgm:prSet presAssocID="{DA6F08A4-A3C3-495E-B1C3-46A0E3794A4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6C650F2-CAE2-4E22-9542-C536C14B58BC}" type="pres">
      <dgm:prSet presAssocID="{DA6F08A4-A3C3-495E-B1C3-46A0E3794A46}" presName="iconSpace" presStyleCnt="0"/>
      <dgm:spPr/>
    </dgm:pt>
    <dgm:pt modelId="{D638DF04-152A-40BD-95D0-6B0CCA36C83B}" type="pres">
      <dgm:prSet presAssocID="{DA6F08A4-A3C3-495E-B1C3-46A0E3794A46}" presName="parTx" presStyleLbl="revTx" presStyleIdx="0" presStyleCnt="4">
        <dgm:presLayoutVars>
          <dgm:chMax val="0"/>
          <dgm:chPref val="0"/>
        </dgm:presLayoutVars>
      </dgm:prSet>
      <dgm:spPr/>
    </dgm:pt>
    <dgm:pt modelId="{F2C54C75-4A37-47C2-A9E0-16929B82A1CE}" type="pres">
      <dgm:prSet presAssocID="{DA6F08A4-A3C3-495E-B1C3-46A0E3794A46}" presName="txSpace" presStyleCnt="0"/>
      <dgm:spPr/>
    </dgm:pt>
    <dgm:pt modelId="{DD554CDC-1B7F-47ED-A092-B708041C6310}" type="pres">
      <dgm:prSet presAssocID="{DA6F08A4-A3C3-495E-B1C3-46A0E3794A46}" presName="desTx" presStyleLbl="revTx" presStyleIdx="1" presStyleCnt="4">
        <dgm:presLayoutVars/>
      </dgm:prSet>
      <dgm:spPr/>
    </dgm:pt>
    <dgm:pt modelId="{4B891462-B907-4731-B392-873DCB9963FB}" type="pres">
      <dgm:prSet presAssocID="{F94B945F-2EA4-4609-A004-B69F9289A1D4}" presName="sibTrans" presStyleCnt="0"/>
      <dgm:spPr/>
    </dgm:pt>
    <dgm:pt modelId="{E4D80DAD-695B-4C78-A475-AD94210029F7}" type="pres">
      <dgm:prSet presAssocID="{928BFB6E-FB61-4C5F-988B-1A425D51E4D8}" presName="compNode" presStyleCnt="0"/>
      <dgm:spPr/>
    </dgm:pt>
    <dgm:pt modelId="{DF7ADD38-66AC-435A-8E41-457EAEDE4F7C}" type="pres">
      <dgm:prSet presAssocID="{928BFB6E-FB61-4C5F-988B-1A425D51E4D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nnzeichen"/>
        </a:ext>
      </dgm:extLst>
    </dgm:pt>
    <dgm:pt modelId="{FAD0969C-57A5-49E2-9EDD-BF21A8BF6229}" type="pres">
      <dgm:prSet presAssocID="{928BFB6E-FB61-4C5F-988B-1A425D51E4D8}" presName="iconSpace" presStyleCnt="0"/>
      <dgm:spPr/>
    </dgm:pt>
    <dgm:pt modelId="{8B515266-F3FD-4CCA-986D-C042520B2953}" type="pres">
      <dgm:prSet presAssocID="{928BFB6E-FB61-4C5F-988B-1A425D51E4D8}" presName="parTx" presStyleLbl="revTx" presStyleIdx="2" presStyleCnt="4">
        <dgm:presLayoutVars>
          <dgm:chMax val="0"/>
          <dgm:chPref val="0"/>
        </dgm:presLayoutVars>
      </dgm:prSet>
      <dgm:spPr/>
    </dgm:pt>
    <dgm:pt modelId="{BB8293E3-3225-46C8-A8D7-40BB5B34C796}" type="pres">
      <dgm:prSet presAssocID="{928BFB6E-FB61-4C5F-988B-1A425D51E4D8}" presName="txSpace" presStyleCnt="0"/>
      <dgm:spPr/>
    </dgm:pt>
    <dgm:pt modelId="{5F4A5995-27EC-4BDB-BC68-31C777A216F4}" type="pres">
      <dgm:prSet presAssocID="{928BFB6E-FB61-4C5F-988B-1A425D51E4D8}" presName="desTx" presStyleLbl="revTx" presStyleIdx="3" presStyleCnt="4">
        <dgm:presLayoutVars/>
      </dgm:prSet>
      <dgm:spPr/>
    </dgm:pt>
  </dgm:ptLst>
  <dgm:cxnLst>
    <dgm:cxn modelId="{212F2B04-AD76-4E22-969C-BFE83A67BF0E}" srcId="{928BFB6E-FB61-4C5F-988B-1A425D51E4D8}" destId="{5DF39AD1-B2E1-44B8-955F-98F8908E955E}" srcOrd="2" destOrd="0" parTransId="{C9AA781A-F298-434C-9285-88CB37392E21}" sibTransId="{B3E210C1-9536-426E-9D62-4DF2BC6B7588}"/>
    <dgm:cxn modelId="{1E393806-5E4B-44C6-A5B7-AEC778442483}" srcId="{928BFB6E-FB61-4C5F-988B-1A425D51E4D8}" destId="{F405103C-9802-4B9D-A451-C0E583BD8B5C}" srcOrd="1" destOrd="0" parTransId="{FE759D2D-860D-4353-8401-A68E35AF9CCC}" sibTransId="{90418A44-77D5-47FE-93E4-AE04EA8A46C5}"/>
    <dgm:cxn modelId="{99BD2C0D-8372-4EEC-AE4F-AAAADFE40C23}" type="presOf" srcId="{928BFB6E-FB61-4C5F-988B-1A425D51E4D8}" destId="{8B515266-F3FD-4CCA-986D-C042520B2953}" srcOrd="0" destOrd="0" presId="urn:microsoft.com/office/officeart/2018/5/layout/CenteredIconLabelDescriptionList"/>
    <dgm:cxn modelId="{76191129-5DDB-46E7-B45D-6C33B0C9A60F}" srcId="{928BFB6E-FB61-4C5F-988B-1A425D51E4D8}" destId="{96FE94B0-59CD-4960-B37C-BE56E8729D60}" srcOrd="0" destOrd="0" parTransId="{AC05A70E-528D-424F-9A91-3727459F663E}" sibTransId="{3C37B7F9-EBEC-4DF7-96D3-0BCE08138C79}"/>
    <dgm:cxn modelId="{21C5386A-9D69-4C3C-B51B-9F62B4F164B4}" type="presOf" srcId="{5DF39AD1-B2E1-44B8-955F-98F8908E955E}" destId="{5F4A5995-27EC-4BDB-BC68-31C777A216F4}" srcOrd="0" destOrd="2" presId="urn:microsoft.com/office/officeart/2018/5/layout/CenteredIconLabelDescriptionList"/>
    <dgm:cxn modelId="{2617B681-3FCE-4488-B25F-BF0249385471}" type="presOf" srcId="{0BF9DEDA-B90E-43C7-83CC-3CC51C0B67E6}" destId="{E4A2D282-BE00-48FA-AEB9-CB4A97C2E5DC}" srcOrd="0" destOrd="0" presId="urn:microsoft.com/office/officeart/2018/5/layout/CenteredIconLabelDescriptionList"/>
    <dgm:cxn modelId="{B881C584-F174-47BB-8A4B-7F257AA9456A}" type="presOf" srcId="{96FE94B0-59CD-4960-B37C-BE56E8729D60}" destId="{5F4A5995-27EC-4BDB-BC68-31C777A216F4}" srcOrd="0" destOrd="0" presId="urn:microsoft.com/office/officeart/2018/5/layout/CenteredIconLabelDescriptionList"/>
    <dgm:cxn modelId="{7F91A6D5-B146-4CC3-BE9F-5C358713E2D2}" type="presOf" srcId="{F405103C-9802-4B9D-A451-C0E583BD8B5C}" destId="{5F4A5995-27EC-4BDB-BC68-31C777A216F4}" srcOrd="0" destOrd="1" presId="urn:microsoft.com/office/officeart/2018/5/layout/CenteredIconLabelDescriptionList"/>
    <dgm:cxn modelId="{AED8D0E2-0A1A-4056-9EF9-043E14BC8BDF}" srcId="{0BF9DEDA-B90E-43C7-83CC-3CC51C0B67E6}" destId="{DA6F08A4-A3C3-495E-B1C3-46A0E3794A46}" srcOrd="0" destOrd="0" parTransId="{EA1EBF89-2C5A-4527-B743-0F499F2ED911}" sibTransId="{F94B945F-2EA4-4609-A004-B69F9289A1D4}"/>
    <dgm:cxn modelId="{7E7E5DE6-5B03-482E-B510-C9932BD541C6}" srcId="{0BF9DEDA-B90E-43C7-83CC-3CC51C0B67E6}" destId="{928BFB6E-FB61-4C5F-988B-1A425D51E4D8}" srcOrd="1" destOrd="0" parTransId="{4C69DA7F-6360-43F1-BC4C-4DEFCCB059F5}" sibTransId="{F87BD495-6070-49BB-AB0D-1B6BF0E93C9F}"/>
    <dgm:cxn modelId="{E14A62EE-B31F-4DA8-9BA9-B25058060B35}" type="presOf" srcId="{DA6F08A4-A3C3-495E-B1C3-46A0E3794A46}" destId="{D638DF04-152A-40BD-95D0-6B0CCA36C83B}" srcOrd="0" destOrd="0" presId="urn:microsoft.com/office/officeart/2018/5/layout/CenteredIconLabelDescriptionList"/>
    <dgm:cxn modelId="{58631D78-7751-4730-8E4C-5A23ECBEC78D}" type="presParOf" srcId="{E4A2D282-BE00-48FA-AEB9-CB4A97C2E5DC}" destId="{09E7598F-2A93-4E53-8FCE-530A7D603F32}" srcOrd="0" destOrd="0" presId="urn:microsoft.com/office/officeart/2018/5/layout/CenteredIconLabelDescriptionList"/>
    <dgm:cxn modelId="{31320C8E-EBC5-4F99-836B-31132CD35C18}" type="presParOf" srcId="{09E7598F-2A93-4E53-8FCE-530A7D603F32}" destId="{63788761-2DF1-4737-BE70-8D1144EE7AA4}" srcOrd="0" destOrd="0" presId="urn:microsoft.com/office/officeart/2018/5/layout/CenteredIconLabelDescriptionList"/>
    <dgm:cxn modelId="{451A5365-F766-4864-934C-162F9F5DC16F}" type="presParOf" srcId="{09E7598F-2A93-4E53-8FCE-530A7D603F32}" destId="{C6C650F2-CAE2-4E22-9542-C536C14B58BC}" srcOrd="1" destOrd="0" presId="urn:microsoft.com/office/officeart/2018/5/layout/CenteredIconLabelDescriptionList"/>
    <dgm:cxn modelId="{F4FA1060-D792-4812-8A01-F5623890C649}" type="presParOf" srcId="{09E7598F-2A93-4E53-8FCE-530A7D603F32}" destId="{D638DF04-152A-40BD-95D0-6B0CCA36C83B}" srcOrd="2" destOrd="0" presId="urn:microsoft.com/office/officeart/2018/5/layout/CenteredIconLabelDescriptionList"/>
    <dgm:cxn modelId="{ADB5D759-B16B-487F-93CA-4DA33DBADAE5}" type="presParOf" srcId="{09E7598F-2A93-4E53-8FCE-530A7D603F32}" destId="{F2C54C75-4A37-47C2-A9E0-16929B82A1CE}" srcOrd="3" destOrd="0" presId="urn:microsoft.com/office/officeart/2018/5/layout/CenteredIconLabelDescriptionList"/>
    <dgm:cxn modelId="{4D648ECC-85BD-464E-A8E2-75B110EEA1E8}" type="presParOf" srcId="{09E7598F-2A93-4E53-8FCE-530A7D603F32}" destId="{DD554CDC-1B7F-47ED-A092-B708041C6310}" srcOrd="4" destOrd="0" presId="urn:microsoft.com/office/officeart/2018/5/layout/CenteredIconLabelDescriptionList"/>
    <dgm:cxn modelId="{F9C08A04-D88D-4581-A6B8-F9632AD0E345}" type="presParOf" srcId="{E4A2D282-BE00-48FA-AEB9-CB4A97C2E5DC}" destId="{4B891462-B907-4731-B392-873DCB9963FB}" srcOrd="1" destOrd="0" presId="urn:microsoft.com/office/officeart/2018/5/layout/CenteredIconLabelDescriptionList"/>
    <dgm:cxn modelId="{F3617DA4-4984-4B11-B3D8-2B9C203FA3D8}" type="presParOf" srcId="{E4A2D282-BE00-48FA-AEB9-CB4A97C2E5DC}" destId="{E4D80DAD-695B-4C78-A475-AD94210029F7}" srcOrd="2" destOrd="0" presId="urn:microsoft.com/office/officeart/2018/5/layout/CenteredIconLabelDescriptionList"/>
    <dgm:cxn modelId="{9D1B44FC-D0CD-42FA-9275-60BD2BC98669}" type="presParOf" srcId="{E4D80DAD-695B-4C78-A475-AD94210029F7}" destId="{DF7ADD38-66AC-435A-8E41-457EAEDE4F7C}" srcOrd="0" destOrd="0" presId="urn:microsoft.com/office/officeart/2018/5/layout/CenteredIconLabelDescriptionList"/>
    <dgm:cxn modelId="{BCFC4442-AA2D-48B8-8984-1672D38272C0}" type="presParOf" srcId="{E4D80DAD-695B-4C78-A475-AD94210029F7}" destId="{FAD0969C-57A5-49E2-9EDD-BF21A8BF6229}" srcOrd="1" destOrd="0" presId="urn:microsoft.com/office/officeart/2018/5/layout/CenteredIconLabelDescriptionList"/>
    <dgm:cxn modelId="{E07B6F25-CDD5-4C22-881F-51B63512A65A}" type="presParOf" srcId="{E4D80DAD-695B-4C78-A475-AD94210029F7}" destId="{8B515266-F3FD-4CCA-986D-C042520B2953}" srcOrd="2" destOrd="0" presId="urn:microsoft.com/office/officeart/2018/5/layout/CenteredIconLabelDescriptionList"/>
    <dgm:cxn modelId="{881D3A85-3F92-4644-B740-56D9FE388B72}" type="presParOf" srcId="{E4D80DAD-695B-4C78-A475-AD94210029F7}" destId="{BB8293E3-3225-46C8-A8D7-40BB5B34C796}" srcOrd="3" destOrd="0" presId="urn:microsoft.com/office/officeart/2018/5/layout/CenteredIconLabelDescriptionList"/>
    <dgm:cxn modelId="{01A2F6D1-88A8-4B7E-98EF-4E9AED3ACF96}" type="presParOf" srcId="{E4D80DAD-695B-4C78-A475-AD94210029F7}" destId="{5F4A5995-27EC-4BDB-BC68-31C777A216F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68BE14-0C6C-41FA-9E85-39C727B8CA3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A3151F-4596-420F-95F9-49CD880763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b="1"/>
            <a:t>Was haben wir erreicht?</a:t>
          </a:r>
          <a:endParaRPr lang="en-US"/>
        </a:p>
      </dgm:t>
    </dgm:pt>
    <dgm:pt modelId="{857D53AA-86AF-46E9-948D-2E2F5694FD74}" type="parTrans" cxnId="{DA8F18B6-E083-462B-9363-AF0C4A6F72FC}">
      <dgm:prSet/>
      <dgm:spPr/>
      <dgm:t>
        <a:bodyPr/>
        <a:lstStyle/>
        <a:p>
          <a:endParaRPr lang="en-US"/>
        </a:p>
      </dgm:t>
    </dgm:pt>
    <dgm:pt modelId="{16159B25-982B-44E5-A2A6-427784703375}" type="sibTrans" cxnId="{DA8F18B6-E083-462B-9363-AF0C4A6F72FC}">
      <dgm:prSet/>
      <dgm:spPr/>
      <dgm:t>
        <a:bodyPr/>
        <a:lstStyle/>
        <a:p>
          <a:endParaRPr lang="en-US"/>
        </a:p>
      </dgm:t>
    </dgm:pt>
    <dgm:pt modelId="{4E38A54C-CB1D-490E-8CE1-2FDD1500437B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/>
            <a:t>Vollständigen DSP‑basierten Klassifikationsalgorithmus implementiert</a:t>
          </a:r>
          <a:endParaRPr lang="en-US" dirty="0"/>
        </a:p>
      </dgm:t>
    </dgm:pt>
    <dgm:pt modelId="{E5BD47EF-D260-4005-8A73-6B526198B94E}" type="parTrans" cxnId="{98933D7F-1BBA-4A4F-B7ED-A6683027E7EC}">
      <dgm:prSet/>
      <dgm:spPr/>
      <dgm:t>
        <a:bodyPr/>
        <a:lstStyle/>
        <a:p>
          <a:endParaRPr lang="en-US"/>
        </a:p>
      </dgm:t>
    </dgm:pt>
    <dgm:pt modelId="{6091369C-4242-46EA-86B6-27215244C69A}" type="sibTrans" cxnId="{98933D7F-1BBA-4A4F-B7ED-A6683027E7EC}">
      <dgm:prSet/>
      <dgm:spPr/>
      <dgm:t>
        <a:bodyPr/>
        <a:lstStyle/>
        <a:p>
          <a:endParaRPr lang="en-US"/>
        </a:p>
      </dgm:t>
    </dgm:pt>
    <dgm:pt modelId="{ECD0F118-A834-4F7F-B8CC-055FDE8F701C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Messprotokoll definiert und getestet</a:t>
          </a:r>
          <a:endParaRPr lang="en-US" dirty="0"/>
        </a:p>
      </dgm:t>
    </dgm:pt>
    <dgm:pt modelId="{7430252F-A024-4FC8-ADF2-4345EF02455D}" type="parTrans" cxnId="{C11117BE-55FC-4359-A03D-868C7E685C1C}">
      <dgm:prSet/>
      <dgm:spPr/>
      <dgm:t>
        <a:bodyPr/>
        <a:lstStyle/>
        <a:p>
          <a:endParaRPr lang="en-US"/>
        </a:p>
      </dgm:t>
    </dgm:pt>
    <dgm:pt modelId="{684DB586-08E1-45A9-88F5-47D97E7E6142}" type="sibTrans" cxnId="{C11117BE-55FC-4359-A03D-868C7E685C1C}">
      <dgm:prSet/>
      <dgm:spPr/>
      <dgm:t>
        <a:bodyPr/>
        <a:lstStyle/>
        <a:p>
          <a:endParaRPr lang="en-US"/>
        </a:p>
      </dgm:t>
    </dgm:pt>
    <dgm:pt modelId="{D982830A-08EF-412C-B041-4D3487DDB2C7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Performance evaluiert</a:t>
          </a:r>
          <a:endParaRPr lang="en-US" dirty="0"/>
        </a:p>
      </dgm:t>
    </dgm:pt>
    <dgm:pt modelId="{FB0A38D3-4E60-4B27-B41E-4B74B3CA274D}" type="parTrans" cxnId="{C92C41C0-99E8-462D-9AE0-282AD244C495}">
      <dgm:prSet/>
      <dgm:spPr/>
      <dgm:t>
        <a:bodyPr/>
        <a:lstStyle/>
        <a:p>
          <a:endParaRPr lang="en-US"/>
        </a:p>
      </dgm:t>
    </dgm:pt>
    <dgm:pt modelId="{7B386274-9318-4FF9-81B7-DCC827FA07A6}" type="sibTrans" cxnId="{C92C41C0-99E8-462D-9AE0-282AD244C495}">
      <dgm:prSet/>
      <dgm:spPr/>
      <dgm:t>
        <a:bodyPr/>
        <a:lstStyle/>
        <a:p>
          <a:endParaRPr lang="en-US"/>
        </a:p>
      </dgm:t>
    </dgm:pt>
    <dgm:pt modelId="{0F357EF4-E7BE-4F7D-B19E-B1840A8CA9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b="1"/>
            <a:t>Ausblick:</a:t>
          </a:r>
          <a:endParaRPr lang="en-US"/>
        </a:p>
      </dgm:t>
    </dgm:pt>
    <dgm:pt modelId="{B8481E5A-3539-4268-80E0-9BC6AC27728A}" type="parTrans" cxnId="{F6A9EC04-2128-496D-9EC6-E05745CFD076}">
      <dgm:prSet/>
      <dgm:spPr/>
      <dgm:t>
        <a:bodyPr/>
        <a:lstStyle/>
        <a:p>
          <a:endParaRPr lang="en-US"/>
        </a:p>
      </dgm:t>
    </dgm:pt>
    <dgm:pt modelId="{966F93D8-30D1-4027-BE9F-D2508DA88C89}" type="sibTrans" cxnId="{F6A9EC04-2128-496D-9EC6-E05745CFD076}">
      <dgm:prSet/>
      <dgm:spPr/>
      <dgm:t>
        <a:bodyPr/>
        <a:lstStyle/>
        <a:p>
          <a:endParaRPr lang="en-US"/>
        </a:p>
      </dgm:t>
    </dgm:pt>
    <dgm:pt modelId="{52A9ED75-4001-4B40-A847-884572545F7D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/>
            <a:t>Bessere Datenbasis (mehr Personen, kontrollierte Übergänge)</a:t>
          </a:r>
          <a:endParaRPr lang="en-US" dirty="0"/>
        </a:p>
      </dgm:t>
    </dgm:pt>
    <dgm:pt modelId="{5C9A1A1A-7E1D-4B2E-8E7C-67D0857870EA}" type="parTrans" cxnId="{D78BDE44-4575-446F-A268-2C9F2FA9AC0D}">
      <dgm:prSet/>
      <dgm:spPr/>
      <dgm:t>
        <a:bodyPr/>
        <a:lstStyle/>
        <a:p>
          <a:endParaRPr lang="en-US"/>
        </a:p>
      </dgm:t>
    </dgm:pt>
    <dgm:pt modelId="{622E9C6B-5CD9-46A2-9A42-B9AE07E3E621}" type="sibTrans" cxnId="{D78BDE44-4575-446F-A268-2C9F2FA9AC0D}">
      <dgm:prSet/>
      <dgm:spPr/>
      <dgm:t>
        <a:bodyPr/>
        <a:lstStyle/>
        <a:p>
          <a:endParaRPr lang="en-US"/>
        </a:p>
      </dgm:t>
    </dgm:pt>
    <dgm:pt modelId="{AE9F340B-99AA-4CA7-8206-089A22262850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Optimierung der Schwellen mit einem Validierungsdatensatz</a:t>
          </a:r>
          <a:endParaRPr lang="en-US"/>
        </a:p>
      </dgm:t>
    </dgm:pt>
    <dgm:pt modelId="{05396569-CD76-4D2A-BFA4-4A3511376796}" type="parTrans" cxnId="{AF268C5A-1FBB-42DB-8CCD-8F03610D674D}">
      <dgm:prSet/>
      <dgm:spPr/>
      <dgm:t>
        <a:bodyPr/>
        <a:lstStyle/>
        <a:p>
          <a:endParaRPr lang="en-US"/>
        </a:p>
      </dgm:t>
    </dgm:pt>
    <dgm:pt modelId="{96487547-C9AB-4481-88D5-DBBEF97DFF19}" type="sibTrans" cxnId="{AF268C5A-1FBB-42DB-8CCD-8F03610D674D}">
      <dgm:prSet/>
      <dgm:spPr/>
      <dgm:t>
        <a:bodyPr/>
        <a:lstStyle/>
        <a:p>
          <a:endParaRPr lang="en-US"/>
        </a:p>
      </dgm:t>
    </dgm:pt>
    <dgm:pt modelId="{6E61738D-4600-49B5-A877-6A5CF181150E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Eventuell fusion mit Gyroskop‑Daten</a:t>
          </a:r>
          <a:endParaRPr lang="en-US"/>
        </a:p>
      </dgm:t>
    </dgm:pt>
    <dgm:pt modelId="{51F48C13-74A2-4D8A-A8F9-F26302F06AD8}" type="parTrans" cxnId="{7B83B8BD-48FE-44E9-8226-F38388CEBAA3}">
      <dgm:prSet/>
      <dgm:spPr/>
      <dgm:t>
        <a:bodyPr/>
        <a:lstStyle/>
        <a:p>
          <a:endParaRPr lang="en-US"/>
        </a:p>
      </dgm:t>
    </dgm:pt>
    <dgm:pt modelId="{CC44699A-E20B-46F3-AAAA-0A26B03A75AC}" type="sibTrans" cxnId="{7B83B8BD-48FE-44E9-8226-F38388CEBAA3}">
      <dgm:prSet/>
      <dgm:spPr/>
      <dgm:t>
        <a:bodyPr/>
        <a:lstStyle/>
        <a:p>
          <a:endParaRPr lang="en-US"/>
        </a:p>
      </dgm:t>
    </dgm:pt>
    <dgm:pt modelId="{62C7B055-C22D-4670-86F0-3D5953215EAC}" type="pres">
      <dgm:prSet presAssocID="{B768BE14-0C6C-41FA-9E85-39C727B8CA34}" presName="root" presStyleCnt="0">
        <dgm:presLayoutVars>
          <dgm:dir/>
          <dgm:resizeHandles val="exact"/>
        </dgm:presLayoutVars>
      </dgm:prSet>
      <dgm:spPr/>
    </dgm:pt>
    <dgm:pt modelId="{5257CD66-A675-466B-B39D-F38C6419C071}" type="pres">
      <dgm:prSet presAssocID="{72A3151F-4596-420F-95F9-49CD88076379}" presName="compNode" presStyleCnt="0"/>
      <dgm:spPr/>
    </dgm:pt>
    <dgm:pt modelId="{F6D20797-221B-47A7-990A-ACD50EC472E9}" type="pres">
      <dgm:prSet presAssocID="{72A3151F-4596-420F-95F9-49CD8807637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DBD425B4-D3EA-4CCC-A580-68B73082C4C3}" type="pres">
      <dgm:prSet presAssocID="{72A3151F-4596-420F-95F9-49CD88076379}" presName="iconSpace" presStyleCnt="0"/>
      <dgm:spPr/>
    </dgm:pt>
    <dgm:pt modelId="{834D5E53-B298-4B9A-97C7-E7B51998A0FE}" type="pres">
      <dgm:prSet presAssocID="{72A3151F-4596-420F-95F9-49CD88076379}" presName="parTx" presStyleLbl="revTx" presStyleIdx="0" presStyleCnt="4">
        <dgm:presLayoutVars>
          <dgm:chMax val="0"/>
          <dgm:chPref val="0"/>
        </dgm:presLayoutVars>
      </dgm:prSet>
      <dgm:spPr/>
    </dgm:pt>
    <dgm:pt modelId="{F495D5C2-28F3-4DE9-A4FB-702206E60106}" type="pres">
      <dgm:prSet presAssocID="{72A3151F-4596-420F-95F9-49CD88076379}" presName="txSpace" presStyleCnt="0"/>
      <dgm:spPr/>
    </dgm:pt>
    <dgm:pt modelId="{6695A0D3-786C-4F58-9147-EB1D604D2367}" type="pres">
      <dgm:prSet presAssocID="{72A3151F-4596-420F-95F9-49CD88076379}" presName="desTx" presStyleLbl="revTx" presStyleIdx="1" presStyleCnt="4">
        <dgm:presLayoutVars/>
      </dgm:prSet>
      <dgm:spPr/>
    </dgm:pt>
    <dgm:pt modelId="{09EEEED2-3CAD-439D-BBD4-070E151E0C91}" type="pres">
      <dgm:prSet presAssocID="{16159B25-982B-44E5-A2A6-427784703375}" presName="sibTrans" presStyleCnt="0"/>
      <dgm:spPr/>
    </dgm:pt>
    <dgm:pt modelId="{C00018B9-A32C-4B8F-8147-ECF5AA615D87}" type="pres">
      <dgm:prSet presAssocID="{0F357EF4-E7BE-4F7D-B19E-B1840A8CA9F1}" presName="compNode" presStyleCnt="0"/>
      <dgm:spPr/>
    </dgm:pt>
    <dgm:pt modelId="{E47B1F38-41A3-4D6E-966A-83AE439E58B1}" type="pres">
      <dgm:prSet presAssocID="{0F357EF4-E7BE-4F7D-B19E-B1840A8CA9F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19E49EEA-67DA-4324-BDB5-C71A731D3D11}" type="pres">
      <dgm:prSet presAssocID="{0F357EF4-E7BE-4F7D-B19E-B1840A8CA9F1}" presName="iconSpace" presStyleCnt="0"/>
      <dgm:spPr/>
    </dgm:pt>
    <dgm:pt modelId="{7D156066-C5A6-444E-8EB5-317FE388C3D8}" type="pres">
      <dgm:prSet presAssocID="{0F357EF4-E7BE-4F7D-B19E-B1840A8CA9F1}" presName="parTx" presStyleLbl="revTx" presStyleIdx="2" presStyleCnt="4">
        <dgm:presLayoutVars>
          <dgm:chMax val="0"/>
          <dgm:chPref val="0"/>
        </dgm:presLayoutVars>
      </dgm:prSet>
      <dgm:spPr/>
    </dgm:pt>
    <dgm:pt modelId="{AA497A30-CBB0-463B-B1D3-38E3E715F2E6}" type="pres">
      <dgm:prSet presAssocID="{0F357EF4-E7BE-4F7D-B19E-B1840A8CA9F1}" presName="txSpace" presStyleCnt="0"/>
      <dgm:spPr/>
    </dgm:pt>
    <dgm:pt modelId="{788ED831-07D2-458E-BF51-A3784B325762}" type="pres">
      <dgm:prSet presAssocID="{0F357EF4-E7BE-4F7D-B19E-B1840A8CA9F1}" presName="desTx" presStyleLbl="revTx" presStyleIdx="3" presStyleCnt="4">
        <dgm:presLayoutVars/>
      </dgm:prSet>
      <dgm:spPr/>
    </dgm:pt>
  </dgm:ptLst>
  <dgm:cxnLst>
    <dgm:cxn modelId="{F6A9EC04-2128-496D-9EC6-E05745CFD076}" srcId="{B768BE14-0C6C-41FA-9E85-39C727B8CA34}" destId="{0F357EF4-E7BE-4F7D-B19E-B1840A8CA9F1}" srcOrd="1" destOrd="0" parTransId="{B8481E5A-3539-4268-80E0-9BC6AC27728A}" sibTransId="{966F93D8-30D1-4027-BE9F-D2508DA88C89}"/>
    <dgm:cxn modelId="{06205B60-21A0-4EC1-BC60-CD433CF6133B}" type="presOf" srcId="{6E61738D-4600-49B5-A877-6A5CF181150E}" destId="{788ED831-07D2-458E-BF51-A3784B325762}" srcOrd="0" destOrd="2" presId="urn:microsoft.com/office/officeart/2018/5/layout/CenteredIconLabelDescriptionList"/>
    <dgm:cxn modelId="{D78BDE44-4575-446F-A268-2C9F2FA9AC0D}" srcId="{0F357EF4-E7BE-4F7D-B19E-B1840A8CA9F1}" destId="{52A9ED75-4001-4B40-A847-884572545F7D}" srcOrd="0" destOrd="0" parTransId="{5C9A1A1A-7E1D-4B2E-8E7C-67D0857870EA}" sibTransId="{622E9C6B-5CD9-46A2-9A42-B9AE07E3E621}"/>
    <dgm:cxn modelId="{93FCEA72-14B1-4BAF-9380-35858B5F813D}" type="presOf" srcId="{4E38A54C-CB1D-490E-8CE1-2FDD1500437B}" destId="{6695A0D3-786C-4F58-9147-EB1D604D2367}" srcOrd="0" destOrd="0" presId="urn:microsoft.com/office/officeart/2018/5/layout/CenteredIconLabelDescriptionList"/>
    <dgm:cxn modelId="{E637D756-5E9A-4C4B-AD81-A9A28A674BDE}" type="presOf" srcId="{0F357EF4-E7BE-4F7D-B19E-B1840A8CA9F1}" destId="{7D156066-C5A6-444E-8EB5-317FE388C3D8}" srcOrd="0" destOrd="0" presId="urn:microsoft.com/office/officeart/2018/5/layout/CenteredIconLabelDescriptionList"/>
    <dgm:cxn modelId="{AF268C5A-1FBB-42DB-8CCD-8F03610D674D}" srcId="{0F357EF4-E7BE-4F7D-B19E-B1840A8CA9F1}" destId="{AE9F340B-99AA-4CA7-8206-089A22262850}" srcOrd="1" destOrd="0" parTransId="{05396569-CD76-4D2A-BFA4-4A3511376796}" sibTransId="{96487547-C9AB-4481-88D5-DBBEF97DFF19}"/>
    <dgm:cxn modelId="{98933D7F-1BBA-4A4F-B7ED-A6683027E7EC}" srcId="{72A3151F-4596-420F-95F9-49CD88076379}" destId="{4E38A54C-CB1D-490E-8CE1-2FDD1500437B}" srcOrd="0" destOrd="0" parTransId="{E5BD47EF-D260-4005-8A73-6B526198B94E}" sibTransId="{6091369C-4242-46EA-86B6-27215244C69A}"/>
    <dgm:cxn modelId="{DA8F18B6-E083-462B-9363-AF0C4A6F72FC}" srcId="{B768BE14-0C6C-41FA-9E85-39C727B8CA34}" destId="{72A3151F-4596-420F-95F9-49CD88076379}" srcOrd="0" destOrd="0" parTransId="{857D53AA-86AF-46E9-948D-2E2F5694FD74}" sibTransId="{16159B25-982B-44E5-A2A6-427784703375}"/>
    <dgm:cxn modelId="{2A959AB9-F121-46F0-84CC-EB8FB495B311}" type="presOf" srcId="{B768BE14-0C6C-41FA-9E85-39C727B8CA34}" destId="{62C7B055-C22D-4670-86F0-3D5953215EAC}" srcOrd="0" destOrd="0" presId="urn:microsoft.com/office/officeart/2018/5/layout/CenteredIconLabelDescriptionList"/>
    <dgm:cxn modelId="{7B83B8BD-48FE-44E9-8226-F38388CEBAA3}" srcId="{0F357EF4-E7BE-4F7D-B19E-B1840A8CA9F1}" destId="{6E61738D-4600-49B5-A877-6A5CF181150E}" srcOrd="2" destOrd="0" parTransId="{51F48C13-74A2-4D8A-A8F9-F26302F06AD8}" sibTransId="{CC44699A-E20B-46F3-AAAA-0A26B03A75AC}"/>
    <dgm:cxn modelId="{C11117BE-55FC-4359-A03D-868C7E685C1C}" srcId="{72A3151F-4596-420F-95F9-49CD88076379}" destId="{ECD0F118-A834-4F7F-B8CC-055FDE8F701C}" srcOrd="1" destOrd="0" parTransId="{7430252F-A024-4FC8-ADF2-4345EF02455D}" sibTransId="{684DB586-08E1-45A9-88F5-47D97E7E6142}"/>
    <dgm:cxn modelId="{C92C41C0-99E8-462D-9AE0-282AD244C495}" srcId="{72A3151F-4596-420F-95F9-49CD88076379}" destId="{D982830A-08EF-412C-B041-4D3487DDB2C7}" srcOrd="2" destOrd="0" parTransId="{FB0A38D3-4E60-4B27-B41E-4B74B3CA274D}" sibTransId="{7B386274-9318-4FF9-81B7-DCC827FA07A6}"/>
    <dgm:cxn modelId="{72FA74C1-5E67-481C-8593-D55992C646E1}" type="presOf" srcId="{AE9F340B-99AA-4CA7-8206-089A22262850}" destId="{788ED831-07D2-458E-BF51-A3784B325762}" srcOrd="0" destOrd="1" presId="urn:microsoft.com/office/officeart/2018/5/layout/CenteredIconLabelDescriptionList"/>
    <dgm:cxn modelId="{45DCA9E6-860F-4E18-AD84-E3E18A131F9D}" type="presOf" srcId="{52A9ED75-4001-4B40-A847-884572545F7D}" destId="{788ED831-07D2-458E-BF51-A3784B325762}" srcOrd="0" destOrd="0" presId="urn:microsoft.com/office/officeart/2018/5/layout/CenteredIconLabelDescriptionList"/>
    <dgm:cxn modelId="{C040E5F6-53AD-497D-B473-A0FE7B528073}" type="presOf" srcId="{ECD0F118-A834-4F7F-B8CC-055FDE8F701C}" destId="{6695A0D3-786C-4F58-9147-EB1D604D2367}" srcOrd="0" destOrd="1" presId="urn:microsoft.com/office/officeart/2018/5/layout/CenteredIconLabelDescriptionList"/>
    <dgm:cxn modelId="{4FB434F7-309E-4DB7-A52B-427FBA7C703C}" type="presOf" srcId="{D982830A-08EF-412C-B041-4D3487DDB2C7}" destId="{6695A0D3-786C-4F58-9147-EB1D604D2367}" srcOrd="0" destOrd="2" presId="urn:microsoft.com/office/officeart/2018/5/layout/CenteredIconLabelDescriptionList"/>
    <dgm:cxn modelId="{A17890FD-E303-4D46-B079-533A1E8B022C}" type="presOf" srcId="{72A3151F-4596-420F-95F9-49CD88076379}" destId="{834D5E53-B298-4B9A-97C7-E7B51998A0FE}" srcOrd="0" destOrd="0" presId="urn:microsoft.com/office/officeart/2018/5/layout/CenteredIconLabelDescriptionList"/>
    <dgm:cxn modelId="{8F03FAEC-BCDA-4920-8FBC-E124C80DD05B}" type="presParOf" srcId="{62C7B055-C22D-4670-86F0-3D5953215EAC}" destId="{5257CD66-A675-466B-B39D-F38C6419C071}" srcOrd="0" destOrd="0" presId="urn:microsoft.com/office/officeart/2018/5/layout/CenteredIconLabelDescriptionList"/>
    <dgm:cxn modelId="{1D76B413-E9FB-456B-8E1F-8BE17D8D7F5C}" type="presParOf" srcId="{5257CD66-A675-466B-B39D-F38C6419C071}" destId="{F6D20797-221B-47A7-990A-ACD50EC472E9}" srcOrd="0" destOrd="0" presId="urn:microsoft.com/office/officeart/2018/5/layout/CenteredIconLabelDescriptionList"/>
    <dgm:cxn modelId="{FE6033E7-5BDA-45C5-8D74-D8123104BBF7}" type="presParOf" srcId="{5257CD66-A675-466B-B39D-F38C6419C071}" destId="{DBD425B4-D3EA-4CCC-A580-68B73082C4C3}" srcOrd="1" destOrd="0" presId="urn:microsoft.com/office/officeart/2018/5/layout/CenteredIconLabelDescriptionList"/>
    <dgm:cxn modelId="{74643B1F-1A70-479E-9086-C1726A24E710}" type="presParOf" srcId="{5257CD66-A675-466B-B39D-F38C6419C071}" destId="{834D5E53-B298-4B9A-97C7-E7B51998A0FE}" srcOrd="2" destOrd="0" presId="urn:microsoft.com/office/officeart/2018/5/layout/CenteredIconLabelDescriptionList"/>
    <dgm:cxn modelId="{500844ED-C761-4DFE-9EB2-1E50E219C244}" type="presParOf" srcId="{5257CD66-A675-466B-B39D-F38C6419C071}" destId="{F495D5C2-28F3-4DE9-A4FB-702206E60106}" srcOrd="3" destOrd="0" presId="urn:microsoft.com/office/officeart/2018/5/layout/CenteredIconLabelDescriptionList"/>
    <dgm:cxn modelId="{A139AA77-9BA4-44FC-8451-A17ED4A38A02}" type="presParOf" srcId="{5257CD66-A675-466B-B39D-F38C6419C071}" destId="{6695A0D3-786C-4F58-9147-EB1D604D2367}" srcOrd="4" destOrd="0" presId="urn:microsoft.com/office/officeart/2018/5/layout/CenteredIconLabelDescriptionList"/>
    <dgm:cxn modelId="{0040B8A5-9BAA-43B0-BB82-E4A52043F81A}" type="presParOf" srcId="{62C7B055-C22D-4670-86F0-3D5953215EAC}" destId="{09EEEED2-3CAD-439D-BBD4-070E151E0C91}" srcOrd="1" destOrd="0" presId="urn:microsoft.com/office/officeart/2018/5/layout/CenteredIconLabelDescriptionList"/>
    <dgm:cxn modelId="{90E7C6DA-EAF5-4CCF-B8B2-2FE1EF65E295}" type="presParOf" srcId="{62C7B055-C22D-4670-86F0-3D5953215EAC}" destId="{C00018B9-A32C-4B8F-8147-ECF5AA615D87}" srcOrd="2" destOrd="0" presId="urn:microsoft.com/office/officeart/2018/5/layout/CenteredIconLabelDescriptionList"/>
    <dgm:cxn modelId="{CB5AF171-4AED-4625-A08A-1F2CB345D458}" type="presParOf" srcId="{C00018B9-A32C-4B8F-8147-ECF5AA615D87}" destId="{E47B1F38-41A3-4D6E-966A-83AE439E58B1}" srcOrd="0" destOrd="0" presId="urn:microsoft.com/office/officeart/2018/5/layout/CenteredIconLabelDescriptionList"/>
    <dgm:cxn modelId="{9CEBC922-81FC-4DE5-9B77-9493EB98EB5F}" type="presParOf" srcId="{C00018B9-A32C-4B8F-8147-ECF5AA615D87}" destId="{19E49EEA-67DA-4324-BDB5-C71A731D3D11}" srcOrd="1" destOrd="0" presId="urn:microsoft.com/office/officeart/2018/5/layout/CenteredIconLabelDescriptionList"/>
    <dgm:cxn modelId="{3061939F-FEBA-444A-BEF5-E81FC099556F}" type="presParOf" srcId="{C00018B9-A32C-4B8F-8147-ECF5AA615D87}" destId="{7D156066-C5A6-444E-8EB5-317FE388C3D8}" srcOrd="2" destOrd="0" presId="urn:microsoft.com/office/officeart/2018/5/layout/CenteredIconLabelDescriptionList"/>
    <dgm:cxn modelId="{685FAE0E-7D9F-4C91-BE3A-56C1F211B3D8}" type="presParOf" srcId="{C00018B9-A32C-4B8F-8147-ECF5AA615D87}" destId="{AA497A30-CBB0-463B-B1D3-38E3E715F2E6}" srcOrd="3" destOrd="0" presId="urn:microsoft.com/office/officeart/2018/5/layout/CenteredIconLabelDescriptionList"/>
    <dgm:cxn modelId="{CA4FCB99-A8C1-43C1-A6B1-69C5551BD54C}" type="presParOf" srcId="{C00018B9-A32C-4B8F-8147-ECF5AA615D87}" destId="{788ED831-07D2-458E-BF51-A3784B32576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B90CE-E634-442F-A924-5F23104029C6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3C076-546C-4C25-B474-8D127BDB329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B84FE-E10F-4A14-868B-4F14D3ED2E1C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CH" sz="1700" kern="1200" dirty="0"/>
            <a:t>Aufgabe 1: Einführung in das Projekt</a:t>
          </a:r>
          <a:endParaRPr lang="en-US" sz="1700" kern="1200" dirty="0"/>
        </a:p>
      </dsp:txBody>
      <dsp:txXfrm>
        <a:off x="100682" y="2684598"/>
        <a:ext cx="2370489" cy="720000"/>
      </dsp:txXfrm>
    </dsp:sp>
    <dsp:sp modelId="{951BB5AD-34D1-4BF2-857E-25CA8FCF43D9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71BE8-4C74-47E7-A5A4-B0B51CEE6138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4BDF0-B5F4-43A3-B0C8-C2597E86EFD2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CH" sz="1700" kern="1200"/>
            <a:t>Aufgabe 2: Messungsprotokoll</a:t>
          </a:r>
          <a:endParaRPr lang="en-US" sz="1700" kern="1200"/>
        </a:p>
      </dsp:txBody>
      <dsp:txXfrm>
        <a:off x="2886007" y="2684598"/>
        <a:ext cx="2370489" cy="720000"/>
      </dsp:txXfrm>
    </dsp:sp>
    <dsp:sp modelId="{D716D3F2-34E3-4B86-9224-58DAD0BD80F1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8FA9E-CDD0-4101-B5B2-A9D073DA3278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30AAE-20C0-4E8A-9A90-BBDC548C0085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CH" sz="1700" kern="1200"/>
            <a:t>Aufgabe 3: Algorithmus Entwicklung </a:t>
          </a:r>
          <a:endParaRPr lang="en-US" sz="1700" kern="1200"/>
        </a:p>
      </dsp:txBody>
      <dsp:txXfrm>
        <a:off x="5671332" y="2684598"/>
        <a:ext cx="2370489" cy="720000"/>
      </dsp:txXfrm>
    </dsp:sp>
    <dsp:sp modelId="{2719AD6E-5168-4667-91B1-AFE9C5BCB4F6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6855DA-208B-49D2-85A0-0365DF13836F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B8B4F-9C61-43E8-BD19-B20A67021AC5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CH" sz="1700" kern="1200" dirty="0"/>
            <a:t>Aufgabe 4: Performance Test</a:t>
          </a:r>
          <a:endParaRPr lang="en-US" sz="1700" kern="1200" dirty="0"/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438A5-DB9A-4E97-8CDE-656D65DEF86C}">
      <dsp:nvSpPr>
        <dsp:cNvPr id="0" name=""/>
        <dsp:cNvSpPr/>
      </dsp:nvSpPr>
      <dsp:spPr>
        <a:xfrm>
          <a:off x="0" y="681330"/>
          <a:ext cx="10927829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B3D78-F697-4D67-8D63-8BE9ABD1ED82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82D80-F53C-4074-A698-F513A19663D5}">
      <dsp:nvSpPr>
        <dsp:cNvPr id="0" name=""/>
        <dsp:cNvSpPr/>
      </dsp:nvSpPr>
      <dsp:spPr>
        <a:xfrm>
          <a:off x="1452806" y="681330"/>
          <a:ext cx="4917523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b="1" kern="1200"/>
            <a:t>Was wurde definiert?</a:t>
          </a:r>
          <a:endParaRPr lang="en-US" sz="2500" kern="1200"/>
        </a:p>
      </dsp:txBody>
      <dsp:txXfrm>
        <a:off x="1452806" y="681330"/>
        <a:ext cx="4917523" cy="1257841"/>
      </dsp:txXfrm>
    </dsp:sp>
    <dsp:sp modelId="{4070A238-EB0D-42E9-B49A-776354FFD25D}">
      <dsp:nvSpPr>
        <dsp:cNvPr id="0" name=""/>
        <dsp:cNvSpPr/>
      </dsp:nvSpPr>
      <dsp:spPr>
        <a:xfrm>
          <a:off x="6370329" y="681330"/>
          <a:ext cx="4557499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600" kern="1200"/>
            <a:t>Dauer pro Aktivität: </a:t>
          </a:r>
          <a:r>
            <a:rPr lang="de-CH" sz="1600" b="1" kern="1200"/>
            <a:t>60 Sekunden</a:t>
          </a:r>
          <a:r>
            <a:rPr lang="de-CH" sz="1600" kern="1200"/>
            <a:t> 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600" b="1" kern="1200"/>
            <a:t>Mehrere Testpersonen</a:t>
          </a:r>
          <a:r>
            <a:rPr lang="de-CH" sz="1600" kern="1200"/>
            <a:t> (2–5),  wegen unterschiedlicher Schrittfrequenzen und Laufstile</a:t>
          </a:r>
          <a:endParaRPr lang="en-US" sz="1600" kern="1200"/>
        </a:p>
      </dsp:txBody>
      <dsp:txXfrm>
        <a:off x="6370329" y="681330"/>
        <a:ext cx="4557499" cy="1257841"/>
      </dsp:txXfrm>
    </dsp:sp>
    <dsp:sp modelId="{916C5EF7-46BC-43DF-8DD8-65D70338BF18}">
      <dsp:nvSpPr>
        <dsp:cNvPr id="0" name=""/>
        <dsp:cNvSpPr/>
      </dsp:nvSpPr>
      <dsp:spPr>
        <a:xfrm>
          <a:off x="0" y="2253632"/>
          <a:ext cx="10927829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E0209-24C6-4AF6-ADFD-996323E2DAD1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DA6E5-6BFD-44E9-A42C-CAC0D5F5C6EC}">
      <dsp:nvSpPr>
        <dsp:cNvPr id="0" name=""/>
        <dsp:cNvSpPr/>
      </dsp:nvSpPr>
      <dsp:spPr>
        <a:xfrm>
          <a:off x="1452806" y="2253632"/>
          <a:ext cx="9475022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500" b="1" kern="1200"/>
            <a:t>Kernaussage:</a:t>
          </a:r>
          <a:r>
            <a:rPr lang="de-CH" sz="2500" kern="1200"/>
            <a:t> Ein reproduzierbares, generalisierbares Protokoll ist essenziell für einen robusten Algorithmus.</a:t>
          </a:r>
          <a:endParaRPr lang="en-US" sz="2500" kern="1200"/>
        </a:p>
      </dsp:txBody>
      <dsp:txXfrm>
        <a:off x="1452806" y="2253632"/>
        <a:ext cx="9475022" cy="1257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FB705-AC0E-49E3-9FC6-CC566F23C060}">
      <dsp:nvSpPr>
        <dsp:cNvPr id="0" name=""/>
        <dsp:cNvSpPr/>
      </dsp:nvSpPr>
      <dsp:spPr>
        <a:xfrm>
          <a:off x="0" y="410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3D Acc</a:t>
          </a:r>
          <a:endParaRPr lang="en-US" sz="2200" kern="1200"/>
        </a:p>
      </dsp:txBody>
      <dsp:txXfrm>
        <a:off x="26387" y="67476"/>
        <a:ext cx="6614059" cy="487766"/>
      </dsp:txXfrm>
    </dsp:sp>
    <dsp:sp modelId="{99397888-90BA-42B6-9460-EB98A17EDA7E}">
      <dsp:nvSpPr>
        <dsp:cNvPr id="0" name=""/>
        <dsp:cNvSpPr/>
      </dsp:nvSpPr>
      <dsp:spPr>
        <a:xfrm>
          <a:off x="0" y="6449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1519019"/>
                <a:satOff val="-103"/>
                <a:lumOff val="2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19019"/>
                <a:satOff val="-103"/>
                <a:lumOff val="2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19019"/>
                <a:satOff val="-103"/>
                <a:lumOff val="2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 dirty="0"/>
            <a:t>Magnitude</a:t>
          </a:r>
          <a:endParaRPr lang="en-US" sz="2200" kern="1200" dirty="0"/>
        </a:p>
      </dsp:txBody>
      <dsp:txXfrm>
        <a:off x="26387" y="671376"/>
        <a:ext cx="6614059" cy="487766"/>
      </dsp:txXfrm>
    </dsp:sp>
    <dsp:sp modelId="{BF3FEC23-C0A6-4DE4-A84E-050883006AFB}">
      <dsp:nvSpPr>
        <dsp:cNvPr id="0" name=""/>
        <dsp:cNvSpPr/>
      </dsp:nvSpPr>
      <dsp:spPr>
        <a:xfrm>
          <a:off x="0" y="12488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globaler Mittelwert </a:t>
          </a:r>
          <a:endParaRPr lang="en-US" sz="2200" kern="1200"/>
        </a:p>
      </dsp:txBody>
      <dsp:txXfrm>
        <a:off x="26387" y="1275276"/>
        <a:ext cx="6614059" cy="487766"/>
      </dsp:txXfrm>
    </dsp:sp>
    <dsp:sp modelId="{BE8FA1DF-DCD2-4370-BA5B-2358AE116403}">
      <dsp:nvSpPr>
        <dsp:cNvPr id="0" name=""/>
        <dsp:cNvSpPr/>
      </dsp:nvSpPr>
      <dsp:spPr>
        <a:xfrm>
          <a:off x="0" y="18527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4557056"/>
                <a:satOff val="-310"/>
                <a:lumOff val="7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7056"/>
                <a:satOff val="-310"/>
                <a:lumOff val="7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7056"/>
                <a:satOff val="-310"/>
                <a:lumOff val="7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Bandpass (0.5 – 5 Hz)</a:t>
          </a:r>
          <a:endParaRPr lang="en-US" sz="2200" kern="1200"/>
        </a:p>
      </dsp:txBody>
      <dsp:txXfrm>
        <a:off x="26387" y="1879176"/>
        <a:ext cx="6614059" cy="487766"/>
      </dsp:txXfrm>
    </dsp:sp>
    <dsp:sp modelId="{8F351D32-36FC-467B-9139-C50EFC462A51}">
      <dsp:nvSpPr>
        <dsp:cNvPr id="0" name=""/>
        <dsp:cNvSpPr/>
      </dsp:nvSpPr>
      <dsp:spPr>
        <a:xfrm>
          <a:off x="0" y="24566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Autokorrelation</a:t>
          </a:r>
          <a:endParaRPr lang="en-US" sz="2200" kern="1200"/>
        </a:p>
      </dsp:txBody>
      <dsp:txXfrm>
        <a:off x="26387" y="2483076"/>
        <a:ext cx="6614059" cy="487766"/>
      </dsp:txXfrm>
    </dsp:sp>
    <dsp:sp modelId="{65946BAF-174F-488B-815C-1C4DF0294E43}">
      <dsp:nvSpPr>
        <dsp:cNvPr id="0" name=""/>
        <dsp:cNvSpPr/>
      </dsp:nvSpPr>
      <dsp:spPr>
        <a:xfrm>
          <a:off x="0" y="3060589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7595094"/>
                <a:satOff val="-516"/>
                <a:lumOff val="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95094"/>
                <a:satOff val="-516"/>
                <a:lumOff val="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95094"/>
                <a:satOff val="-516"/>
                <a:lumOff val="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Peaksuche </a:t>
          </a:r>
          <a:endParaRPr lang="en-US" sz="2200" kern="1200"/>
        </a:p>
      </dsp:txBody>
      <dsp:txXfrm>
        <a:off x="26387" y="3086976"/>
        <a:ext cx="6614059" cy="487766"/>
      </dsp:txXfrm>
    </dsp:sp>
    <dsp:sp modelId="{31173952-3DC4-4B2B-891C-38EE3CFE0D71}">
      <dsp:nvSpPr>
        <dsp:cNvPr id="0" name=""/>
        <dsp:cNvSpPr/>
      </dsp:nvSpPr>
      <dsp:spPr>
        <a:xfrm>
          <a:off x="0" y="3664490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Kadenz</a:t>
          </a:r>
          <a:endParaRPr lang="en-US" sz="2200" kern="1200"/>
        </a:p>
      </dsp:txBody>
      <dsp:txXfrm>
        <a:off x="26387" y="3690877"/>
        <a:ext cx="6614059" cy="487766"/>
      </dsp:txXfrm>
    </dsp:sp>
    <dsp:sp modelId="{8F52D065-9ADA-4BA1-A440-7991DB160B0A}">
      <dsp:nvSpPr>
        <dsp:cNvPr id="0" name=""/>
        <dsp:cNvSpPr/>
      </dsp:nvSpPr>
      <dsp:spPr>
        <a:xfrm>
          <a:off x="0" y="4268390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10633130"/>
                <a:satOff val="-723"/>
                <a:lumOff val="17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633130"/>
                <a:satOff val="-723"/>
                <a:lumOff val="17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633130"/>
                <a:satOff val="-723"/>
                <a:lumOff val="17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Schwellwertvergleich</a:t>
          </a:r>
          <a:endParaRPr lang="en-US" sz="2200" kern="1200"/>
        </a:p>
      </dsp:txBody>
      <dsp:txXfrm>
        <a:off x="26387" y="4294777"/>
        <a:ext cx="6614059" cy="487766"/>
      </dsp:txXfrm>
    </dsp:sp>
    <dsp:sp modelId="{CAE95523-8980-447E-9603-E9779109362E}">
      <dsp:nvSpPr>
        <dsp:cNvPr id="0" name=""/>
        <dsp:cNvSpPr/>
      </dsp:nvSpPr>
      <dsp:spPr>
        <a:xfrm>
          <a:off x="0" y="4872290"/>
          <a:ext cx="6666833" cy="5405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Aktivitätsklasse </a:t>
          </a:r>
          <a:endParaRPr lang="en-US" sz="2200" kern="1200"/>
        </a:p>
      </dsp:txBody>
      <dsp:txXfrm>
        <a:off x="26387" y="4898677"/>
        <a:ext cx="6614059" cy="487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B9D16-5142-4DF3-8B87-205FFC292EDF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500" kern="1200"/>
            <a:t>total_acc_magnitude() </a:t>
          </a:r>
          <a:endParaRPr lang="en-US" sz="3500" kern="1200"/>
        </a:p>
      </dsp:txBody>
      <dsp:txXfrm>
        <a:off x="23773" y="23773"/>
        <a:ext cx="7797822" cy="764123"/>
      </dsp:txXfrm>
    </dsp:sp>
    <dsp:sp modelId="{295075BA-63A2-4374-80C3-371FFA2477E4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500" kern="1200"/>
            <a:t>bandpass_filter() </a:t>
          </a:r>
          <a:endParaRPr lang="en-US" sz="3500" kern="1200"/>
        </a:p>
      </dsp:txBody>
      <dsp:txXfrm>
        <a:off x="755937" y="983018"/>
        <a:ext cx="7434967" cy="764123"/>
      </dsp:txXfrm>
    </dsp:sp>
    <dsp:sp modelId="{2CA7BCEE-AAF4-4A8F-92FB-77A85811FBAD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500" kern="1200"/>
            <a:t>estimate_cadence() </a:t>
          </a:r>
          <a:endParaRPr lang="en-US" sz="3500" kern="1200"/>
        </a:p>
      </dsp:txBody>
      <dsp:txXfrm>
        <a:off x="1477174" y="1942263"/>
        <a:ext cx="7445895" cy="764123"/>
      </dsp:txXfrm>
    </dsp:sp>
    <dsp:sp modelId="{6E068206-304A-4649-BE67-6C3E0826D633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3500" kern="1200"/>
            <a:t>classify_activity() </a:t>
          </a:r>
          <a:endParaRPr lang="en-US" sz="3500" kern="1200"/>
        </a:p>
      </dsp:txBody>
      <dsp:txXfrm>
        <a:off x="2209338" y="2901508"/>
        <a:ext cx="7434967" cy="764123"/>
      </dsp:txXfrm>
    </dsp:sp>
    <dsp:sp modelId="{5E43B748-654D-4141-8C8E-724E535CF065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DA911D91-AE6A-4750-B04E-91FD959C48F3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07587E15-6B73-44DD-BF6D-1F18C96FDFCB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88761-2DF1-4737-BE70-8D1144EE7AA4}">
      <dsp:nvSpPr>
        <dsp:cNvPr id="0" name=""/>
        <dsp:cNvSpPr/>
      </dsp:nvSpPr>
      <dsp:spPr>
        <a:xfrm>
          <a:off x="2169914" y="48441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8DF04-152A-40BD-95D0-6B0CCA36C83B}">
      <dsp:nvSpPr>
        <dsp:cNvPr id="0" name=""/>
        <dsp:cNvSpPr/>
      </dsp:nvSpPr>
      <dsp:spPr>
        <a:xfrm>
          <a:off x="765914" y="213504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b="1" kern="1200" dirty="0"/>
            <a:t>Testdatensatz:</a:t>
          </a:r>
          <a:r>
            <a:rPr lang="de-CH" sz="2000" kern="1200" dirty="0"/>
            <a:t> 79 Pickle‑Dateien (Ground Truth aus Dateinamen)</a:t>
          </a:r>
          <a:endParaRPr lang="en-US" sz="2000" kern="1200" dirty="0"/>
        </a:p>
      </dsp:txBody>
      <dsp:txXfrm>
        <a:off x="765914" y="2135049"/>
        <a:ext cx="4320000" cy="648000"/>
      </dsp:txXfrm>
    </dsp:sp>
    <dsp:sp modelId="{DD554CDC-1B7F-47ED-A092-B708041C6310}">
      <dsp:nvSpPr>
        <dsp:cNvPr id="0" name=""/>
        <dsp:cNvSpPr/>
      </dsp:nvSpPr>
      <dsp:spPr>
        <a:xfrm>
          <a:off x="765914" y="2847528"/>
          <a:ext cx="4320000" cy="860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7ADD38-66AC-435A-8E41-457EAEDE4F7C}">
      <dsp:nvSpPr>
        <dsp:cNvPr id="0" name=""/>
        <dsp:cNvSpPr/>
      </dsp:nvSpPr>
      <dsp:spPr>
        <a:xfrm>
          <a:off x="7245914" y="48441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15266-F3FD-4CCA-986D-C042520B2953}">
      <dsp:nvSpPr>
        <dsp:cNvPr id="0" name=""/>
        <dsp:cNvSpPr/>
      </dsp:nvSpPr>
      <dsp:spPr>
        <a:xfrm>
          <a:off x="5841914" y="213504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b="1" kern="1200"/>
            <a:t>Evaluationskriterien:</a:t>
          </a:r>
          <a:endParaRPr lang="en-US" sz="2000" kern="1200"/>
        </a:p>
      </dsp:txBody>
      <dsp:txXfrm>
        <a:off x="5841914" y="2135049"/>
        <a:ext cx="4320000" cy="648000"/>
      </dsp:txXfrm>
    </dsp:sp>
    <dsp:sp modelId="{5F4A5995-27EC-4BDB-BC68-31C777A216F4}">
      <dsp:nvSpPr>
        <dsp:cNvPr id="0" name=""/>
        <dsp:cNvSpPr/>
      </dsp:nvSpPr>
      <dsp:spPr>
        <a:xfrm>
          <a:off x="5841914" y="2847528"/>
          <a:ext cx="4320000" cy="860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 dirty="0"/>
            <a:t>Blockweise </a:t>
          </a:r>
          <a:r>
            <a:rPr lang="de-CH" sz="1500" kern="1200" dirty="0" err="1"/>
            <a:t>Accuracy</a:t>
          </a:r>
          <a:r>
            <a:rPr lang="de-CH" sz="1500" kern="1200" dirty="0"/>
            <a:t> (5‑s‑Blöcke)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Recall pro Klasse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500" kern="1200"/>
            <a:t>Confusion Matrix</a:t>
          </a:r>
          <a:endParaRPr lang="en-US" sz="1500" kern="1200"/>
        </a:p>
      </dsp:txBody>
      <dsp:txXfrm>
        <a:off x="5841914" y="2847528"/>
        <a:ext cx="4320000" cy="8608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20797-221B-47A7-990A-ACD50EC472E9}">
      <dsp:nvSpPr>
        <dsp:cNvPr id="0" name=""/>
        <dsp:cNvSpPr/>
      </dsp:nvSpPr>
      <dsp:spPr>
        <a:xfrm>
          <a:off x="2169914" y="13763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D5E53-B298-4B9A-97C7-E7B51998A0FE}">
      <dsp:nvSpPr>
        <dsp:cNvPr id="0" name=""/>
        <dsp:cNvSpPr/>
      </dsp:nvSpPr>
      <dsp:spPr>
        <a:xfrm>
          <a:off x="765914" y="18180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3100" b="1" kern="1200"/>
            <a:t>Was haben wir erreicht?</a:t>
          </a:r>
          <a:endParaRPr lang="en-US" sz="3100" kern="1200"/>
        </a:p>
      </dsp:txBody>
      <dsp:txXfrm>
        <a:off x="765914" y="1818093"/>
        <a:ext cx="4320000" cy="648000"/>
      </dsp:txXfrm>
    </dsp:sp>
    <dsp:sp modelId="{6695A0D3-786C-4F58-9147-EB1D604D2367}">
      <dsp:nvSpPr>
        <dsp:cNvPr id="0" name=""/>
        <dsp:cNvSpPr/>
      </dsp:nvSpPr>
      <dsp:spPr>
        <a:xfrm>
          <a:off x="765914" y="2544443"/>
          <a:ext cx="4320000" cy="1510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 dirty="0"/>
            <a:t>Vollständigen DSP‑basierten Klassifikationsalgorithmus implementiert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Messprotokoll definiert und getestet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Performance evaluiert</a:t>
          </a:r>
          <a:endParaRPr lang="en-US" sz="1700" kern="1200" dirty="0"/>
        </a:p>
      </dsp:txBody>
      <dsp:txXfrm>
        <a:off x="765914" y="2544443"/>
        <a:ext cx="4320000" cy="1510721"/>
      </dsp:txXfrm>
    </dsp:sp>
    <dsp:sp modelId="{E47B1F38-41A3-4D6E-966A-83AE439E58B1}">
      <dsp:nvSpPr>
        <dsp:cNvPr id="0" name=""/>
        <dsp:cNvSpPr/>
      </dsp:nvSpPr>
      <dsp:spPr>
        <a:xfrm>
          <a:off x="7245914" y="137639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56066-C5A6-444E-8EB5-317FE388C3D8}">
      <dsp:nvSpPr>
        <dsp:cNvPr id="0" name=""/>
        <dsp:cNvSpPr/>
      </dsp:nvSpPr>
      <dsp:spPr>
        <a:xfrm>
          <a:off x="5841914" y="18180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3100" b="1" kern="1200"/>
            <a:t>Ausblick:</a:t>
          </a:r>
          <a:endParaRPr lang="en-US" sz="3100" kern="1200"/>
        </a:p>
      </dsp:txBody>
      <dsp:txXfrm>
        <a:off x="5841914" y="1818093"/>
        <a:ext cx="4320000" cy="648000"/>
      </dsp:txXfrm>
    </dsp:sp>
    <dsp:sp modelId="{788ED831-07D2-458E-BF51-A3784B325762}">
      <dsp:nvSpPr>
        <dsp:cNvPr id="0" name=""/>
        <dsp:cNvSpPr/>
      </dsp:nvSpPr>
      <dsp:spPr>
        <a:xfrm>
          <a:off x="5841914" y="2544443"/>
          <a:ext cx="4320000" cy="1510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 dirty="0"/>
            <a:t>Bessere Datenbasis (mehr Personen, kontrollierte Übergänge)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Optimierung der Schwellen mit einem Validierungsdatensatz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700" kern="1200"/>
            <a:t>Eventuell fusion mit Gyroskop‑Daten</a:t>
          </a:r>
          <a:endParaRPr lang="en-US" sz="1700" kern="1200"/>
        </a:p>
      </dsp:txBody>
      <dsp:txXfrm>
        <a:off x="5841914" y="2544443"/>
        <a:ext cx="4320000" cy="1510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FC7A1-BE9B-4814-BF21-37A3F084A0A8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90A52-4F62-4580-91A9-49540C0A7CF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2845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90A52-4F62-4580-91A9-49540C0A7CF9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337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BA6AF-8482-4840-C060-679F9F50B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BFD96C-6F91-FEA6-52FB-55B10E197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73523B-DF80-BD78-8FF9-EB940392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ABA067-DCFB-CF69-1BE5-1405EFBB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40C47A-D5C2-8C66-95A8-3C07AEF8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060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2241F-357B-73CD-365A-8D69B9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D7264-D64D-03F0-3EB7-62F827E5E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58078-2941-8791-B07B-77CC5B8B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67C0C-961B-A927-3841-20B2ED21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F8175-1941-96A2-4055-00F192D1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083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F2F780-B539-42EF-4FAC-DB9EA7FB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FFD3F7-384A-42A6-6172-AF78DFF9F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90D5E6-EDDA-4699-F58B-C0F5B3A17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F302B4-DF01-54BE-4902-71ADCD0B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185B9C-797A-DF4D-89E2-89E3CF1D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366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BCC82-BCB9-7F9F-B8FC-C61B5BA3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CE7AC-D973-AE97-B180-83FF3D5CC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92C17A-CB2A-9B8E-A6A8-D8645D477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35AE95-DD02-E9A0-F5C8-58C46E9F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E41E58-C7FB-9676-6B87-D6B0B385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F5D142-D2F9-B980-A93D-183E3549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139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C537E-8413-67FC-E905-E7AF45E8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A891F3-8D30-1D18-C733-ACC3B724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FA8D66-309D-9AD8-3085-7FA34E4A5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D3807A-3774-38DE-9C57-1ABCC0169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8BAF18C-6BD0-161C-D5B6-91ED2C9C2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8224AF-6B48-E14B-F77A-D391A9E7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204ED41-3A25-6C3B-8D83-81F9088E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66B3837-5EB6-74D0-94FD-847A3A8C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8156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FCFE4-27DA-6674-2012-6044F137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8E2F77-4ABA-6B82-3E1C-67967049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497184-0087-447C-DDA0-178852F4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B41AE6-C4FF-BF3B-F5DB-91208311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2973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F6779EB-98AA-9002-5D9D-3A78B2D7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7A9FD1-A1DA-46F3-5FF2-ADA6CBCA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F2E025-0960-CB73-1B8D-9FA994D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4724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06D00-EA74-8C11-473B-2807A27D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96CAE2-A0BA-F4C8-3AEB-334B7CA2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076830D-9FFD-386C-ACD1-2722B67F8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E242D9-6DB9-56E1-A033-76B172CD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267D83-B7A6-2F86-70CC-3AFC8378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F22221-E9A5-7681-C239-28ED4979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69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4F90A-1BFC-2CB4-63B7-31F1089D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861EFC-2F1C-9414-508B-4C0C451A6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B7641E-35F3-76E4-030F-D8DA6CD6C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4BD0E0-5073-CBAF-6BDB-73713278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6173C5-C80C-8ABB-E3D4-E17E0E56A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0AE9CF-FD13-3A6A-E045-69D8EEDB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653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64D02-74F1-31CE-DB8B-3E324897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389E8C-54F2-2867-CB45-9B3F54D90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96E90-BAAB-0588-D9B9-B136EFEE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32638C-6196-D7F6-3D81-2505ECB5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B0E121-814B-2A89-D813-80F34DF3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869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06E1E6E-2F20-3964-277A-86BC04880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24362A-B62E-7D26-ACF9-6B2719BF6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B71E2A-742E-A39D-71AC-3F1977FD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297342-F5D4-622A-1230-2124B01E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7134E7-6F8C-9DFE-E23B-1228080A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059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73E328-2DDD-A56A-0678-CDD0DF7E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0D63CA-2167-9809-CF76-959B031DD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B62AE8-8424-9EBB-6299-4B243194A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B09DB-CCDB-4131-B562-6C724853077F}" type="datetimeFigureOut">
              <a:rPr lang="de-CH" smtClean="0"/>
              <a:t>09.06.2026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93B66C-3FD7-161E-AD68-0C8DE04B4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62E99D-186D-6417-47EA-9EFA80281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84BAA-0CAA-409E-8F4A-4BEC5B67245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164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nte Stecknadeln mit Faden verknüpft">
            <a:extLst>
              <a:ext uri="{FF2B5EF4-FFF2-40B4-BE49-F238E27FC236}">
                <a16:creationId xmlns:a16="http://schemas.microsoft.com/office/drawing/2014/main" id="{A0F41999-51BA-6644-AC31-958AB5E3AF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42" b="1447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0797057-174D-1111-587D-7D2BFB091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CH" dirty="0">
                <a:solidFill>
                  <a:srgbClr val="FFFFFF"/>
                </a:solidFill>
              </a:rPr>
              <a:t>Mini-Projekt: </a:t>
            </a:r>
            <a:br>
              <a:rPr lang="de-CH" dirty="0">
                <a:solidFill>
                  <a:srgbClr val="FFFFFF"/>
                </a:solidFill>
              </a:rPr>
            </a:br>
            <a:r>
              <a:rPr lang="de-CH" dirty="0" err="1">
                <a:solidFill>
                  <a:srgbClr val="FFFFFF"/>
                </a:solidFill>
              </a:rPr>
              <a:t>Activity</a:t>
            </a:r>
            <a:r>
              <a:rPr lang="de-CH" dirty="0">
                <a:solidFill>
                  <a:srgbClr val="FFFFFF"/>
                </a:solidFill>
              </a:rPr>
              <a:t> </a:t>
            </a:r>
            <a:r>
              <a:rPr lang="de-CH" dirty="0" err="1">
                <a:solidFill>
                  <a:srgbClr val="FFFFFF"/>
                </a:solidFill>
              </a:rPr>
              <a:t>classification</a:t>
            </a:r>
            <a:r>
              <a:rPr lang="de-CH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EC4E98-A94F-8D2F-61BE-1ED6AFE4C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CH" sz="1700">
                <a:solidFill>
                  <a:srgbClr val="FFFFFF"/>
                </a:solidFill>
              </a:rPr>
              <a:t>Digitale Signalverarbeitung</a:t>
            </a:r>
            <a:br>
              <a:rPr lang="de-CH" sz="1700">
                <a:solidFill>
                  <a:srgbClr val="FFFFFF"/>
                </a:solidFill>
              </a:rPr>
            </a:br>
            <a:r>
              <a:rPr lang="de-CH" sz="1700">
                <a:solidFill>
                  <a:srgbClr val="FFFFFF"/>
                </a:solidFill>
              </a:rPr>
              <a:t>Elyes Ben Chamakh, Surija Kandasamy</a:t>
            </a:r>
            <a:br>
              <a:rPr lang="de-CH" sz="1700">
                <a:solidFill>
                  <a:srgbClr val="FFFFFF"/>
                </a:solidFill>
              </a:rPr>
            </a:br>
            <a:r>
              <a:rPr lang="de-CH" sz="1700">
                <a:solidFill>
                  <a:srgbClr val="FFFFFF"/>
                </a:solidFill>
              </a:rPr>
              <a:t>Group 05</a:t>
            </a:r>
            <a:br>
              <a:rPr lang="de-CH" sz="1700">
                <a:solidFill>
                  <a:srgbClr val="FFFFFF"/>
                </a:solidFill>
              </a:rPr>
            </a:br>
            <a:r>
              <a:rPr lang="de-CH" sz="1700">
                <a:solidFill>
                  <a:srgbClr val="FFFFFF"/>
                </a:solidFill>
              </a:rPr>
              <a:t>FS 2026</a:t>
            </a:r>
          </a:p>
        </p:txBody>
      </p:sp>
    </p:spTree>
    <p:extLst>
      <p:ext uri="{BB962C8B-B14F-4D97-AF65-F5344CB8AC3E}">
        <p14:creationId xmlns:p14="http://schemas.microsoft.com/office/powerpoint/2010/main" val="1587871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04C68E-D278-65F5-EFCF-C21F4290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Überblick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64E10C9-F32D-3960-4B09-B19433724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3998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407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BFB92-28FC-4689-88B9-B99411BB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 1 - Datenanalyse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EBEC69-F0B0-C20D-18FD-FB0F65BB7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sz="2700" dirty="0"/>
              <a:t>Messung von normalem Gehen, schnellem Gehen, Rennen (je 10 s)</a:t>
            </a:r>
          </a:p>
          <a:p>
            <a:r>
              <a:rPr lang="de-CH" sz="2700" dirty="0"/>
              <a:t>Zeitbereichsplots (4 s Ausschnitte) → Unterschiede in Amplitude und Periodizität</a:t>
            </a:r>
          </a:p>
          <a:p>
            <a:r>
              <a:rPr lang="de-CH" sz="2700" dirty="0"/>
              <a:t>Frequenzanalyse (FFT, Periodogramm, Welch) → Schrittfrequenz bei ~2 Hz (schnelles Gehen) erkennbar</a:t>
            </a: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4836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24FF30-D3AE-AF1D-ABE3-7317EF5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Time-Domain Resultat</a:t>
            </a:r>
          </a:p>
        </p:txBody>
      </p:sp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289F67A3-6ADE-D8B1-BE89-5791EC095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073"/>
          <a:stretch>
            <a:fillRect/>
          </a:stretch>
        </p:blipFill>
        <p:spPr>
          <a:xfrm>
            <a:off x="643467" y="2413774"/>
            <a:ext cx="10905066" cy="27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3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9E2316-45A3-C04C-277E-9AE102CA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FFT-Analyse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ABCC501-1750-1998-5E1A-40ED2D9B2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56"/>
          <a:stretch>
            <a:fillRect/>
          </a:stretch>
        </p:blipFill>
        <p:spPr>
          <a:xfrm>
            <a:off x="643467" y="2863608"/>
            <a:ext cx="10905066" cy="20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1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181DC8-A1CC-E2F1-3EEE-80AB92B8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Periodogramm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B4448F8-1B55-5212-7144-63F8EA2E3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79"/>
          <a:stretch>
            <a:fillRect/>
          </a:stretch>
        </p:blipFill>
        <p:spPr>
          <a:xfrm>
            <a:off x="643467" y="2863608"/>
            <a:ext cx="10905066" cy="20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1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3E0B64-8531-C032-EB2D-B468C453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Welch Periodogram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C4E04C9-0D60-F77B-5D5F-352D0165E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863608"/>
            <a:ext cx="10905066" cy="201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2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7629FC-9397-F866-9C68-A6E2838C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Aufgabe 2 - Messprotokoll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C466938-ED2E-423C-52B8-DB3E2ACB3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3248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60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011904-7A84-AEE2-E225-841A3BA3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CH" sz="4000">
                <a:solidFill>
                  <a:srgbClr val="FFFFFF"/>
                </a:solidFill>
              </a:rPr>
              <a:t>Aufgabe 3 - Algorithmus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C58167E9-A7D0-0802-1C02-DE567D984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1872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1427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28F41B-C90B-0ED4-B0F4-095E27C6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Kernfunktionen Aufgabe 3 im Detail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85B42DC6-B1CC-D974-5A9F-0EF05F005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60253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20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DB2659-DDBE-18C3-43C3-2D324B56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Testdatensatz &amp; Kriterien</a:t>
            </a:r>
          </a:p>
        </p:txBody>
      </p:sp>
      <p:graphicFrame>
        <p:nvGraphicFramePr>
          <p:cNvPr id="21" name="Inhaltsplatzhalter 2">
            <a:extLst>
              <a:ext uri="{FF2B5EF4-FFF2-40B4-BE49-F238E27FC236}">
                <a16:creationId xmlns:a16="http://schemas.microsoft.com/office/drawing/2014/main" id="{196505C0-C73E-FA52-E7A5-C432CBD113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7236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052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AD313B-BA2D-B535-1B2B-BD9D8AA9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63CF65-C533-EF49-F38F-3F576734D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CH" sz="2400" dirty="0" err="1"/>
              <a:t>Accuracy</a:t>
            </a:r>
            <a:r>
              <a:rPr lang="de-CH" sz="2400" dirty="0"/>
              <a:t> ≈ 28.8%</a:t>
            </a:r>
          </a:p>
          <a:p>
            <a:r>
              <a:rPr lang="de-CH" sz="2400" dirty="0"/>
              <a:t>Recall für Gehen ≈ 35%, für Rennen ≈ 25%</a:t>
            </a:r>
          </a:p>
          <a:p>
            <a:r>
              <a:rPr lang="de-CH" sz="2400" dirty="0" err="1"/>
              <a:t>Confusion</a:t>
            </a:r>
            <a:r>
              <a:rPr lang="de-CH" sz="2400" dirty="0"/>
              <a:t> Matrix zeigt viele Verwechslungen zwischen Gehen und Rennen</a:t>
            </a:r>
          </a:p>
          <a:p>
            <a:r>
              <a:rPr lang="de-CH" sz="2000" b="1" dirty="0"/>
              <a:t>Kernaussage:</a:t>
            </a:r>
            <a:r>
              <a:rPr lang="de-CH" sz="2000" dirty="0"/>
              <a:t> Der Algorithmus funktioniert prinzipiell, aber die Datenqualität limitiert die Generalisierung.</a:t>
            </a:r>
          </a:p>
        </p:txBody>
      </p:sp>
    </p:spTree>
    <p:extLst>
      <p:ext uri="{BB962C8B-B14F-4D97-AF65-F5344CB8AC3E}">
        <p14:creationId xmlns:p14="http://schemas.microsoft.com/office/powerpoint/2010/main" val="270247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AA64A1-C41D-C033-1C01-FDEAFDDC0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CH" dirty="0">
                <a:solidFill>
                  <a:srgbClr val="FFFFFF"/>
                </a:solidFill>
              </a:rPr>
              <a:t>Live Demonstration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096194-D365-6689-C42B-76567103A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endParaRPr lang="de-CH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659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A6F78A-CD0C-4B29-78EF-B6EF9295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CH" sz="4000">
                <a:solidFill>
                  <a:srgbClr val="FFFFFF"/>
                </a:solidFill>
              </a:rPr>
              <a:t>Fazit &amp; Ausblick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C09BE23-D5D3-9EFA-E357-DB7BF7DE0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16882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6123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ADB1D-B9AE-65B6-1D38-6456F798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Fragen</a:t>
            </a:r>
            <a:r>
              <a:rPr lang="en-US" sz="3600" dirty="0"/>
              <a:t>?</a:t>
            </a:r>
          </a:p>
        </p:txBody>
      </p:sp>
      <p:pic>
        <p:nvPicPr>
          <p:cNvPr id="5" name="Picture 4" descr="Schwarze 3D-Fragezeichen mit einem gelben Fragezeichen">
            <a:extLst>
              <a:ext uri="{FF2B5EF4-FFF2-40B4-BE49-F238E27FC236}">
                <a16:creationId xmlns:a16="http://schemas.microsoft.com/office/drawing/2014/main" id="{CD7A3893-997A-6316-1961-49BAFACAA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5" b="5427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53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Breitbild</PresentationFormat>
  <Paragraphs>58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Mini-Projekt:  Activity classification </vt:lpstr>
      <vt:lpstr>Überblick</vt:lpstr>
      <vt:lpstr>Aufgabe 1 - Datenanalyse</vt:lpstr>
      <vt:lpstr>Time-Domain Resultat</vt:lpstr>
      <vt:lpstr>FFT-Analyse</vt:lpstr>
      <vt:lpstr>Periodogramm</vt:lpstr>
      <vt:lpstr>Welch Periodogram</vt:lpstr>
      <vt:lpstr>Aufgabe 2 - Messprotokoll</vt:lpstr>
      <vt:lpstr>Aufgabe 3 - Algorithmus</vt:lpstr>
      <vt:lpstr>Kernfunktionen Aufgabe 3 im Detail</vt:lpstr>
      <vt:lpstr>Testdatensatz &amp; Kriterien</vt:lpstr>
      <vt:lpstr>Ergebnisse</vt:lpstr>
      <vt:lpstr>Live Demonstration</vt:lpstr>
      <vt:lpstr>Fazit &amp; Ausblick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Chamakh Elyes</dc:creator>
  <cp:lastModifiedBy>Ben Chamakh Elyes</cp:lastModifiedBy>
  <cp:revision>1</cp:revision>
  <dcterms:created xsi:type="dcterms:W3CDTF">2026-06-09T17:03:10Z</dcterms:created>
  <dcterms:modified xsi:type="dcterms:W3CDTF">2026-06-09T20:33:54Z</dcterms:modified>
</cp:coreProperties>
</file>